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4F2_4DECDB85.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5C_A1EF1E38.xml" ContentType="application/vnd.ms-powerpoint.comments+xml"/>
  <Override PartName="/ppt/comments/modernComment_7FFE5B3A_476D80E1.xml" ContentType="application/vnd.ms-powerpoint.comments+xml"/>
  <Override PartName="/ppt/notesSlides/notesSlide7.xml" ContentType="application/vnd.openxmlformats-officedocument.presentationml.notesSlide+xml"/>
  <Override PartName="/ppt/comments/modernComment_14BA_9DBB8F9.xml" ContentType="application/vnd.ms-powerpoint.comments+xml"/>
  <Override PartName="/ppt/comments/modernComment_7FFE5B2D_D4D6F911.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FE5B19_99D64325.xml" ContentType="application/vnd.ms-powerpoint.comments+xml"/>
  <Override PartName="/ppt/notesSlides/notesSlide11.xml" ContentType="application/vnd.openxmlformats-officedocument.presentationml.notesSlide+xml"/>
  <Override PartName="/ppt/comments/modernComment_7FFE5B21_46C22B80.xml" ContentType="application/vnd.ms-powerpoint.comments+xml"/>
  <Override PartName="/ppt/comments/modernComment_7FFE5B3B_2B0D924F.xml" ContentType="application/vnd.ms-powerpoint.comments+xml"/>
  <Override PartName="/ppt/notesSlides/notesSlide12.xml" ContentType="application/vnd.openxmlformats-officedocument.presentationml.notesSlide+xml"/>
  <Override PartName="/ppt/comments/modernComment_7FFE5B2A_353630ED.xml" ContentType="application/vnd.ms-powerpoint.comments+xml"/>
  <Override PartName="/ppt/notesSlides/notesSlide13.xml" ContentType="application/vnd.openxmlformats-officedocument.presentationml.notesSlide+xml"/>
  <Override PartName="/ppt/comments/modernComment_7FFE5B36_30952DE6.xml" ContentType="application/vnd.ms-powerpoint.comments+xml"/>
  <Override PartName="/ppt/comments/modernComment_7FFE5B3D_DDE08CD2.xml" ContentType="application/vnd.ms-powerpoint.comments+xml"/>
  <Override PartName="/ppt/notesSlides/notesSlide14.xml" ContentType="application/vnd.openxmlformats-officedocument.presentationml.notesSlide+xml"/>
  <Override PartName="/ppt/comments/modernComment_7FFE5B38_80DAFD13.xml" ContentType="application/vnd.ms-powerpoint.comments+xml"/>
  <Override PartName="/ppt/comments/modernComment_7FFE5B3E_F6DB53C0.xml" ContentType="application/vnd.ms-powerpoint.comments+xml"/>
  <Override PartName="/ppt/notesSlides/notesSlide15.xml" ContentType="application/vnd.openxmlformats-officedocument.presentationml.notesSlide+xml"/>
  <Override PartName="/ppt/comments/modernComment_7FFE5B2F_9D758C01.xml" ContentType="application/vnd.ms-powerpoint.comments+xml"/>
  <Override PartName="/ppt/comments/modernComment_7FFE5B40_2B49CBD4.xml" ContentType="application/vnd.ms-powerpoint.comments+xml"/>
  <Override PartName="/ppt/notesSlides/notesSlide16.xml" ContentType="application/vnd.openxmlformats-officedocument.presentationml.notesSlide+xml"/>
  <Override PartName="/ppt/comments/modernComment_7FFE5B33_9A8FD530.xml" ContentType="application/vnd.ms-powerpoint.comments+xml"/>
  <Override PartName="/ppt/comments/modernComment_7FFE5B41_A0ED6A02.xml" ContentType="application/vnd.ms-powerpoint.comment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4208" r:id="rId2"/>
    <p:sldId id="5362" r:id="rId3"/>
    <p:sldId id="2147375888" r:id="rId4"/>
    <p:sldId id="2147375938" r:id="rId5"/>
    <p:sldId id="2147375890" r:id="rId6"/>
    <p:sldId id="2147375908" r:id="rId7"/>
    <p:sldId id="4188" r:id="rId8"/>
    <p:sldId id="2147375930" r:id="rId9"/>
    <p:sldId id="2147375909" r:id="rId10"/>
    <p:sldId id="5305" r:id="rId11"/>
    <p:sldId id="5306" r:id="rId12"/>
    <p:sldId id="2147375916" r:id="rId13"/>
    <p:sldId id="2147375917" r:id="rId14"/>
    <p:sldId id="2147375913" r:id="rId15"/>
    <p:sldId id="2147375910" r:id="rId16"/>
    <p:sldId id="2147375897" r:id="rId17"/>
    <p:sldId id="2147375905" r:id="rId18"/>
    <p:sldId id="2147375925" r:id="rId19"/>
    <p:sldId id="2147375931" r:id="rId20"/>
    <p:sldId id="2147375914" r:id="rId21"/>
    <p:sldId id="2147375926" r:id="rId22"/>
    <p:sldId id="2147375933" r:id="rId23"/>
    <p:sldId id="2147375928" r:id="rId24"/>
    <p:sldId id="2147375934" r:id="rId25"/>
    <p:sldId id="2147375919" r:id="rId26"/>
    <p:sldId id="2147375936" r:id="rId27"/>
    <p:sldId id="2147375923" r:id="rId28"/>
    <p:sldId id="2147375937" r:id="rId29"/>
    <p:sldId id="2147375924" r:id="rId30"/>
    <p:sldId id="4132" r:id="rId31"/>
    <p:sldId id="2147375939"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914" userDrawn="1">
          <p15:clr>
            <a:srgbClr val="A4A3A4"/>
          </p15:clr>
        </p15:guide>
        <p15:guide id="4" orient="horz" pos="225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820E38-AB2E-0E22-06E5-CE32AFA5F468}" name="Bertrand BEAUFILS" initials="BB" userId="S::b.beaufils@betclicgroup.com::5fdb8982-f5d3-4479-aaa3-944cbd5e3754" providerId="AD"/>
  <p188:author id="{94A73E68-2069-531B-8B48-F270E7F36FDF}" name="Jimmy GUERTIN" initials="" userId="S::j.guertin@betclicgroup.com::60d5e20f-7699-43de-98b7-f4234786abe8" providerId="AD"/>
  <p188:author id="{F70231A5-15D5-586C-69C0-5F8A1CF620EA}" name="Xavier FALCHETTO" initials="XF" userId="S::x.falchetto@betclicgroup.com::77985ac0-3ef2-42c1-951f-736d8e4cee8c" providerId="AD"/>
  <p188:author id="{63C7F7FA-A6B7-3265-4E47-C13D46BC6DC4}" name="Baptiste MONPEZAT" initials="BM" userId="S::b.monpezat@betclicgroup.com::7a28d820-cb1f-4c2a-940b-efb4c51cb1e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FEC003"/>
    <a:srgbClr val="E10014"/>
    <a:srgbClr val="DF253B"/>
    <a:srgbClr val="32518E"/>
    <a:srgbClr val="083554"/>
    <a:srgbClr val="7031A0"/>
    <a:srgbClr val="F5B083"/>
    <a:srgbClr val="0080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AD6934-BA48-C84E-A3FE-69B8E5D6B7CD}" v="1842" dt="2025-04-08T15:56:27.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68"/>
    <p:restoredTop sz="96357" autoAdjust="0"/>
  </p:normalViewPr>
  <p:slideViewPr>
    <p:cSldViewPr snapToGrid="0">
      <p:cViewPr>
        <p:scale>
          <a:sx n="129" d="100"/>
          <a:sy n="129" d="100"/>
        </p:scale>
        <p:origin x="144" y="2144"/>
      </p:cViewPr>
      <p:guideLst>
        <p:guide pos="3840"/>
        <p:guide pos="914"/>
        <p:guide orient="horz" pos="2251"/>
      </p:guideLst>
    </p:cSldViewPr>
  </p:slideViewPr>
  <p:notesTextViewPr>
    <p:cViewPr>
      <p:scale>
        <a:sx n="1" d="1"/>
        <a:sy n="1" d="1"/>
      </p:scale>
      <p:origin x="0" y="0"/>
    </p:cViewPr>
  </p:notesTextViewPr>
  <p:sorterViewPr>
    <p:cViewPr varScale="1">
      <p:scale>
        <a:sx n="1" d="1"/>
        <a:sy n="1" d="1"/>
      </p:scale>
      <p:origin x="0" y="-686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my GUERTIN" userId="60d5e20f-7699-43de-98b7-f4234786abe8" providerId="ADAL" clId="{69AD6934-BA48-C84E-A3FE-69B8E5D6B7CD}"/>
    <pc:docChg chg="undo redo custSel addSld delSld modSld sldOrd">
      <pc:chgData name="Jimmy GUERTIN" userId="60d5e20f-7699-43de-98b7-f4234786abe8" providerId="ADAL" clId="{69AD6934-BA48-C84E-A3FE-69B8E5D6B7CD}" dt="2025-04-08T16:24:54.935" v="16689" actId="14100"/>
      <pc:docMkLst>
        <pc:docMk/>
      </pc:docMkLst>
      <pc:sldChg chg="del">
        <pc:chgData name="Jimmy GUERTIN" userId="60d5e20f-7699-43de-98b7-f4234786abe8" providerId="ADAL" clId="{69AD6934-BA48-C84E-A3FE-69B8E5D6B7CD}" dt="2025-03-19T15:42:38.796" v="403" actId="2696"/>
        <pc:sldMkLst>
          <pc:docMk/>
          <pc:sldMk cId="1908725271" sldId="256"/>
        </pc:sldMkLst>
      </pc:sldChg>
      <pc:sldChg chg="del">
        <pc:chgData name="Jimmy GUERTIN" userId="60d5e20f-7699-43de-98b7-f4234786abe8" providerId="ADAL" clId="{69AD6934-BA48-C84E-A3FE-69B8E5D6B7CD}" dt="2025-03-19T15:42:38.796" v="403" actId="2696"/>
        <pc:sldMkLst>
          <pc:docMk/>
          <pc:sldMk cId="1367517122" sldId="260"/>
        </pc:sldMkLst>
      </pc:sldChg>
      <pc:sldChg chg="del">
        <pc:chgData name="Jimmy GUERTIN" userId="60d5e20f-7699-43de-98b7-f4234786abe8" providerId="ADAL" clId="{69AD6934-BA48-C84E-A3FE-69B8E5D6B7CD}" dt="2025-03-19T15:42:38.796" v="403" actId="2696"/>
        <pc:sldMkLst>
          <pc:docMk/>
          <pc:sldMk cId="781825670" sldId="290"/>
        </pc:sldMkLst>
      </pc:sldChg>
      <pc:sldChg chg="add del">
        <pc:chgData name="Jimmy GUERTIN" userId="60d5e20f-7699-43de-98b7-f4234786abe8" providerId="ADAL" clId="{69AD6934-BA48-C84E-A3FE-69B8E5D6B7CD}" dt="2025-04-02T10:14:20.069" v="9762" actId="2696"/>
        <pc:sldMkLst>
          <pc:docMk/>
          <pc:sldMk cId="3668565510" sldId="4132"/>
        </pc:sldMkLst>
      </pc:sldChg>
      <pc:sldChg chg="del">
        <pc:chgData name="Jimmy GUERTIN" userId="60d5e20f-7699-43de-98b7-f4234786abe8" providerId="ADAL" clId="{69AD6934-BA48-C84E-A3FE-69B8E5D6B7CD}" dt="2025-03-19T15:42:38.796" v="403" actId="2696"/>
        <pc:sldMkLst>
          <pc:docMk/>
          <pc:sldMk cId="148442183" sldId="4148"/>
        </pc:sldMkLst>
      </pc:sldChg>
      <pc:sldChg chg="del">
        <pc:chgData name="Jimmy GUERTIN" userId="60d5e20f-7699-43de-98b7-f4234786abe8" providerId="ADAL" clId="{69AD6934-BA48-C84E-A3FE-69B8E5D6B7CD}" dt="2025-03-19T15:42:38.796" v="403" actId="2696"/>
        <pc:sldMkLst>
          <pc:docMk/>
          <pc:sldMk cId="1227035504" sldId="4149"/>
        </pc:sldMkLst>
      </pc:sldChg>
      <pc:sldChg chg="del">
        <pc:chgData name="Jimmy GUERTIN" userId="60d5e20f-7699-43de-98b7-f4234786abe8" providerId="ADAL" clId="{69AD6934-BA48-C84E-A3FE-69B8E5D6B7CD}" dt="2025-03-19T15:42:38.796" v="403" actId="2696"/>
        <pc:sldMkLst>
          <pc:docMk/>
          <pc:sldMk cId="2379429562" sldId="4150"/>
        </pc:sldMkLst>
      </pc:sldChg>
      <pc:sldChg chg="del">
        <pc:chgData name="Jimmy GUERTIN" userId="60d5e20f-7699-43de-98b7-f4234786abe8" providerId="ADAL" clId="{69AD6934-BA48-C84E-A3FE-69B8E5D6B7CD}" dt="2025-03-19T15:42:38.796" v="403" actId="2696"/>
        <pc:sldMkLst>
          <pc:docMk/>
          <pc:sldMk cId="3634333262" sldId="4164"/>
        </pc:sldMkLst>
      </pc:sldChg>
      <pc:sldChg chg="del">
        <pc:chgData name="Jimmy GUERTIN" userId="60d5e20f-7699-43de-98b7-f4234786abe8" providerId="ADAL" clId="{69AD6934-BA48-C84E-A3FE-69B8E5D6B7CD}" dt="2025-03-19T15:42:38.796" v="403" actId="2696"/>
        <pc:sldMkLst>
          <pc:docMk/>
          <pc:sldMk cId="1509802279" sldId="4165"/>
        </pc:sldMkLst>
      </pc:sldChg>
      <pc:sldChg chg="del">
        <pc:chgData name="Jimmy GUERTIN" userId="60d5e20f-7699-43de-98b7-f4234786abe8" providerId="ADAL" clId="{69AD6934-BA48-C84E-A3FE-69B8E5D6B7CD}" dt="2025-04-02T10:14:15.604" v="9748" actId="2696"/>
        <pc:sldMkLst>
          <pc:docMk/>
          <pc:sldMk cId="2617618948" sldId="4180"/>
        </pc:sldMkLst>
      </pc:sldChg>
      <pc:sldChg chg="del">
        <pc:chgData name="Jimmy GUERTIN" userId="60d5e20f-7699-43de-98b7-f4234786abe8" providerId="ADAL" clId="{69AD6934-BA48-C84E-A3FE-69B8E5D6B7CD}" dt="2025-03-19T15:42:38.796" v="403" actId="2696"/>
        <pc:sldMkLst>
          <pc:docMk/>
          <pc:sldMk cId="1100070460" sldId="4183"/>
        </pc:sldMkLst>
      </pc:sldChg>
      <pc:sldChg chg="addSp modSp del mod ord">
        <pc:chgData name="Jimmy GUERTIN" userId="60d5e20f-7699-43de-98b7-f4234786abe8" providerId="ADAL" clId="{69AD6934-BA48-C84E-A3FE-69B8E5D6B7CD}" dt="2025-04-02T13:12:29.178" v="10217" actId="2696"/>
        <pc:sldMkLst>
          <pc:docMk/>
          <pc:sldMk cId="2885051142" sldId="4185"/>
        </pc:sldMkLst>
      </pc:sldChg>
      <pc:sldChg chg="addSp delSp modSp add del mod modAnim modShow">
        <pc:chgData name="Jimmy GUERTIN" userId="60d5e20f-7699-43de-98b7-f4234786abe8" providerId="ADAL" clId="{69AD6934-BA48-C84E-A3FE-69B8E5D6B7CD}" dt="2025-04-02T15:16:51.412" v="12186" actId="20577"/>
        <pc:sldMkLst>
          <pc:docMk/>
          <pc:sldMk cId="2716802616" sldId="4188"/>
        </pc:sldMkLst>
        <pc:spChg chg="mod">
          <ac:chgData name="Jimmy GUERTIN" userId="60d5e20f-7699-43de-98b7-f4234786abe8" providerId="ADAL" clId="{69AD6934-BA48-C84E-A3FE-69B8E5D6B7CD}" dt="2025-04-02T15:16:51.412" v="12186" actId="20577"/>
          <ac:spMkLst>
            <pc:docMk/>
            <pc:sldMk cId="2716802616" sldId="4188"/>
            <ac:spMk id="2" creationId="{D0353D9D-190A-4648-BD78-A707F0D23D12}"/>
          </ac:spMkLst>
        </pc:spChg>
        <pc:spChg chg="add mod">
          <ac:chgData name="Jimmy GUERTIN" userId="60d5e20f-7699-43de-98b7-f4234786abe8" providerId="ADAL" clId="{69AD6934-BA48-C84E-A3FE-69B8E5D6B7CD}" dt="2025-04-02T13:26:27.235" v="10441" actId="20577"/>
          <ac:spMkLst>
            <pc:docMk/>
            <pc:sldMk cId="2716802616" sldId="4188"/>
            <ac:spMk id="3" creationId="{0F87C430-80D3-BF41-4928-ACDD74D21583}"/>
          </ac:spMkLst>
        </pc:spChg>
        <pc:spChg chg="add mod">
          <ac:chgData name="Jimmy GUERTIN" userId="60d5e20f-7699-43de-98b7-f4234786abe8" providerId="ADAL" clId="{69AD6934-BA48-C84E-A3FE-69B8E5D6B7CD}" dt="2025-04-02T13:28:32.130" v="10503" actId="1076"/>
          <ac:spMkLst>
            <pc:docMk/>
            <pc:sldMk cId="2716802616" sldId="4188"/>
            <ac:spMk id="4" creationId="{5CC9149A-A641-EE20-DB06-AD8772966382}"/>
          </ac:spMkLst>
        </pc:spChg>
        <pc:spChg chg="add mod">
          <ac:chgData name="Jimmy GUERTIN" userId="60d5e20f-7699-43de-98b7-f4234786abe8" providerId="ADAL" clId="{69AD6934-BA48-C84E-A3FE-69B8E5D6B7CD}" dt="2025-04-02T13:27:32.905" v="10478" actId="1076"/>
          <ac:spMkLst>
            <pc:docMk/>
            <pc:sldMk cId="2716802616" sldId="4188"/>
            <ac:spMk id="5" creationId="{8A2731AA-9F1F-72CB-8F7E-F8AA4AA4EDA0}"/>
          </ac:spMkLst>
        </pc:spChg>
        <pc:spChg chg="add mod">
          <ac:chgData name="Jimmy GUERTIN" userId="60d5e20f-7699-43de-98b7-f4234786abe8" providerId="ADAL" clId="{69AD6934-BA48-C84E-A3FE-69B8E5D6B7CD}" dt="2025-04-02T13:28:39.203" v="10505" actId="20577"/>
          <ac:spMkLst>
            <pc:docMk/>
            <pc:sldMk cId="2716802616" sldId="4188"/>
            <ac:spMk id="6" creationId="{95E85F2C-9E35-387B-B185-945800E0B5E8}"/>
          </ac:spMkLst>
        </pc:spChg>
        <pc:spChg chg="add mod">
          <ac:chgData name="Jimmy GUERTIN" userId="60d5e20f-7699-43de-98b7-f4234786abe8" providerId="ADAL" clId="{69AD6934-BA48-C84E-A3FE-69B8E5D6B7CD}" dt="2025-04-02T13:28:45.771" v="10509" actId="1036"/>
          <ac:spMkLst>
            <pc:docMk/>
            <pc:sldMk cId="2716802616" sldId="4188"/>
            <ac:spMk id="10" creationId="{44DD5420-C384-EACA-3705-DA710EF8FE54}"/>
          </ac:spMkLst>
        </pc:spChg>
        <pc:spChg chg="add mod">
          <ac:chgData name="Jimmy GUERTIN" userId="60d5e20f-7699-43de-98b7-f4234786abe8" providerId="ADAL" clId="{69AD6934-BA48-C84E-A3FE-69B8E5D6B7CD}" dt="2025-04-02T13:28:45.771" v="10509" actId="1036"/>
          <ac:spMkLst>
            <pc:docMk/>
            <pc:sldMk cId="2716802616" sldId="4188"/>
            <ac:spMk id="16" creationId="{BC885CC6-38EC-BE29-AE96-EF7BE66FC8A6}"/>
          </ac:spMkLst>
        </pc:spChg>
        <pc:spChg chg="add mod">
          <ac:chgData name="Jimmy GUERTIN" userId="60d5e20f-7699-43de-98b7-f4234786abe8" providerId="ADAL" clId="{69AD6934-BA48-C84E-A3FE-69B8E5D6B7CD}" dt="2025-04-02T13:28:45.771" v="10509" actId="1036"/>
          <ac:spMkLst>
            <pc:docMk/>
            <pc:sldMk cId="2716802616" sldId="4188"/>
            <ac:spMk id="17" creationId="{4C6E7282-2DB8-062A-9AA7-ED77AC2E432F}"/>
          </ac:spMkLst>
        </pc:spChg>
        <pc:spChg chg="add mod">
          <ac:chgData name="Jimmy GUERTIN" userId="60d5e20f-7699-43de-98b7-f4234786abe8" providerId="ADAL" clId="{69AD6934-BA48-C84E-A3FE-69B8E5D6B7CD}" dt="2025-04-02T13:28:45.771" v="10509" actId="1036"/>
          <ac:spMkLst>
            <pc:docMk/>
            <pc:sldMk cId="2716802616" sldId="4188"/>
            <ac:spMk id="22" creationId="{4FAA851A-C86F-5BE1-F3B0-7274D1D21D50}"/>
          </ac:spMkLst>
        </pc:spChg>
        <pc:spChg chg="add mod">
          <ac:chgData name="Jimmy GUERTIN" userId="60d5e20f-7699-43de-98b7-f4234786abe8" providerId="ADAL" clId="{69AD6934-BA48-C84E-A3FE-69B8E5D6B7CD}" dt="2025-04-02T13:28:45.771" v="10509" actId="1036"/>
          <ac:spMkLst>
            <pc:docMk/>
            <pc:sldMk cId="2716802616" sldId="4188"/>
            <ac:spMk id="23" creationId="{65B3AF65-6C48-B598-47F9-17D58584561B}"/>
          </ac:spMkLst>
        </pc:spChg>
        <pc:spChg chg="add mod">
          <ac:chgData name="Jimmy GUERTIN" userId="60d5e20f-7699-43de-98b7-f4234786abe8" providerId="ADAL" clId="{69AD6934-BA48-C84E-A3FE-69B8E5D6B7CD}" dt="2025-04-02T13:28:45.771" v="10509" actId="1036"/>
          <ac:spMkLst>
            <pc:docMk/>
            <pc:sldMk cId="2716802616" sldId="4188"/>
            <ac:spMk id="24" creationId="{61A27114-7977-010F-DAC9-63DE8BB6E76D}"/>
          </ac:spMkLst>
        </pc:spChg>
        <pc:spChg chg="add mod">
          <ac:chgData name="Jimmy GUERTIN" userId="60d5e20f-7699-43de-98b7-f4234786abe8" providerId="ADAL" clId="{69AD6934-BA48-C84E-A3FE-69B8E5D6B7CD}" dt="2025-04-02T13:28:45.771" v="10509" actId="1036"/>
          <ac:spMkLst>
            <pc:docMk/>
            <pc:sldMk cId="2716802616" sldId="4188"/>
            <ac:spMk id="25" creationId="{A3587E79-1C1D-F1BD-ECA8-274021DD3D34}"/>
          </ac:spMkLst>
        </pc:spChg>
        <pc:spChg chg="add mod">
          <ac:chgData name="Jimmy GUERTIN" userId="60d5e20f-7699-43de-98b7-f4234786abe8" providerId="ADAL" clId="{69AD6934-BA48-C84E-A3FE-69B8E5D6B7CD}" dt="2025-04-02T13:28:45.771" v="10509" actId="1036"/>
          <ac:spMkLst>
            <pc:docMk/>
            <pc:sldMk cId="2716802616" sldId="4188"/>
            <ac:spMk id="26" creationId="{494FE2A7-A904-2740-3A7A-3B478AE3F1CC}"/>
          </ac:spMkLst>
        </pc:spChg>
        <pc:spChg chg="add mod">
          <ac:chgData name="Jimmy GUERTIN" userId="60d5e20f-7699-43de-98b7-f4234786abe8" providerId="ADAL" clId="{69AD6934-BA48-C84E-A3FE-69B8E5D6B7CD}" dt="2025-04-02T13:28:45.771" v="10509" actId="1036"/>
          <ac:spMkLst>
            <pc:docMk/>
            <pc:sldMk cId="2716802616" sldId="4188"/>
            <ac:spMk id="29" creationId="{7317CAB1-D743-8888-E4FC-5B17F398B377}"/>
          </ac:spMkLst>
        </pc:spChg>
        <pc:spChg chg="add mod">
          <ac:chgData name="Jimmy GUERTIN" userId="60d5e20f-7699-43de-98b7-f4234786abe8" providerId="ADAL" clId="{69AD6934-BA48-C84E-A3FE-69B8E5D6B7CD}" dt="2025-04-01T13:19:58.253" v="7973" actId="1035"/>
          <ac:spMkLst>
            <pc:docMk/>
            <pc:sldMk cId="2716802616" sldId="4188"/>
            <ac:spMk id="33" creationId="{96DA1A4C-A009-86A9-30BC-223CA97CF1B8}"/>
          </ac:spMkLst>
        </pc:spChg>
        <pc:spChg chg="add mod">
          <ac:chgData name="Jimmy GUERTIN" userId="60d5e20f-7699-43de-98b7-f4234786abe8" providerId="ADAL" clId="{69AD6934-BA48-C84E-A3FE-69B8E5D6B7CD}" dt="2025-04-01T13:19:58.253" v="7973" actId="1035"/>
          <ac:spMkLst>
            <pc:docMk/>
            <pc:sldMk cId="2716802616" sldId="4188"/>
            <ac:spMk id="34" creationId="{F00EE0F0-D4D6-9A7D-6096-A4C31BEF7180}"/>
          </ac:spMkLst>
        </pc:spChg>
        <pc:spChg chg="add mod">
          <ac:chgData name="Jimmy GUERTIN" userId="60d5e20f-7699-43de-98b7-f4234786abe8" providerId="ADAL" clId="{69AD6934-BA48-C84E-A3FE-69B8E5D6B7CD}" dt="2025-04-01T13:19:58.253" v="7973" actId="1035"/>
          <ac:spMkLst>
            <pc:docMk/>
            <pc:sldMk cId="2716802616" sldId="4188"/>
            <ac:spMk id="35" creationId="{9D1EFE36-BF07-30F9-FA09-F223AC7AF1F5}"/>
          </ac:spMkLst>
        </pc:spChg>
        <pc:spChg chg="add mod">
          <ac:chgData name="Jimmy GUERTIN" userId="60d5e20f-7699-43de-98b7-f4234786abe8" providerId="ADAL" clId="{69AD6934-BA48-C84E-A3FE-69B8E5D6B7CD}" dt="2025-04-01T13:25:11.815" v="8008" actId="1036"/>
          <ac:spMkLst>
            <pc:docMk/>
            <pc:sldMk cId="2716802616" sldId="4188"/>
            <ac:spMk id="36" creationId="{7C58D517-7A54-8AE3-833A-1493DE901889}"/>
          </ac:spMkLst>
        </pc:spChg>
        <pc:spChg chg="add mod">
          <ac:chgData name="Jimmy GUERTIN" userId="60d5e20f-7699-43de-98b7-f4234786abe8" providerId="ADAL" clId="{69AD6934-BA48-C84E-A3FE-69B8E5D6B7CD}" dt="2025-04-01T13:25:11.815" v="8008" actId="1036"/>
          <ac:spMkLst>
            <pc:docMk/>
            <pc:sldMk cId="2716802616" sldId="4188"/>
            <ac:spMk id="37" creationId="{CA79B3B1-227A-A8F9-D08E-78A326A7ECF3}"/>
          </ac:spMkLst>
        </pc:spChg>
        <pc:spChg chg="add mod">
          <ac:chgData name="Jimmy GUERTIN" userId="60d5e20f-7699-43de-98b7-f4234786abe8" providerId="ADAL" clId="{69AD6934-BA48-C84E-A3FE-69B8E5D6B7CD}" dt="2025-04-01T13:25:11.815" v="8008" actId="1036"/>
          <ac:spMkLst>
            <pc:docMk/>
            <pc:sldMk cId="2716802616" sldId="4188"/>
            <ac:spMk id="38" creationId="{5DD14C4E-0E44-2A98-EA13-EF10E0EF6073}"/>
          </ac:spMkLst>
        </pc:spChg>
        <pc:spChg chg="add mod">
          <ac:chgData name="Jimmy GUERTIN" userId="60d5e20f-7699-43de-98b7-f4234786abe8" providerId="ADAL" clId="{69AD6934-BA48-C84E-A3FE-69B8E5D6B7CD}" dt="2025-04-01T13:19:58.253" v="7973" actId="1035"/>
          <ac:spMkLst>
            <pc:docMk/>
            <pc:sldMk cId="2716802616" sldId="4188"/>
            <ac:spMk id="39" creationId="{807A9477-2654-2FED-6089-D79F6F753AF2}"/>
          </ac:spMkLst>
        </pc:spChg>
        <pc:spChg chg="add mod">
          <ac:chgData name="Jimmy GUERTIN" userId="60d5e20f-7699-43de-98b7-f4234786abe8" providerId="ADAL" clId="{69AD6934-BA48-C84E-A3FE-69B8E5D6B7CD}" dt="2025-04-01T13:19:58.253" v="7973" actId="1035"/>
          <ac:spMkLst>
            <pc:docMk/>
            <pc:sldMk cId="2716802616" sldId="4188"/>
            <ac:spMk id="40" creationId="{B30076F2-BA73-F4E5-F077-921957B167A3}"/>
          </ac:spMkLst>
        </pc:spChg>
        <pc:spChg chg="add mod">
          <ac:chgData name="Jimmy GUERTIN" userId="60d5e20f-7699-43de-98b7-f4234786abe8" providerId="ADAL" clId="{69AD6934-BA48-C84E-A3FE-69B8E5D6B7CD}" dt="2025-04-01T13:19:58.253" v="7973" actId="1035"/>
          <ac:spMkLst>
            <pc:docMk/>
            <pc:sldMk cId="2716802616" sldId="4188"/>
            <ac:spMk id="41" creationId="{902A831C-9F63-EE46-B1D2-4ACDE5EE3622}"/>
          </ac:spMkLst>
        </pc:spChg>
        <pc:spChg chg="add mod">
          <ac:chgData name="Jimmy GUERTIN" userId="60d5e20f-7699-43de-98b7-f4234786abe8" providerId="ADAL" clId="{69AD6934-BA48-C84E-A3FE-69B8E5D6B7CD}" dt="2025-04-01T13:29:36.174" v="8146" actId="14100"/>
          <ac:spMkLst>
            <pc:docMk/>
            <pc:sldMk cId="2716802616" sldId="4188"/>
            <ac:spMk id="42" creationId="{28979955-99F5-7809-AE9D-50D084C16CBF}"/>
          </ac:spMkLst>
        </pc:spChg>
        <pc:spChg chg="add mod">
          <ac:chgData name="Jimmy GUERTIN" userId="60d5e20f-7699-43de-98b7-f4234786abe8" providerId="ADAL" clId="{69AD6934-BA48-C84E-A3FE-69B8E5D6B7CD}" dt="2025-04-01T12:08:58.777" v="7281" actId="14100"/>
          <ac:spMkLst>
            <pc:docMk/>
            <pc:sldMk cId="2716802616" sldId="4188"/>
            <ac:spMk id="43" creationId="{7A9C4299-8412-045E-E636-D324E1D1DF67}"/>
          </ac:spMkLst>
        </pc:spChg>
        <pc:spChg chg="add mod">
          <ac:chgData name="Jimmy GUERTIN" userId="60d5e20f-7699-43de-98b7-f4234786abe8" providerId="ADAL" clId="{69AD6934-BA48-C84E-A3FE-69B8E5D6B7CD}" dt="2025-04-01T12:08:37.221" v="7275" actId="14100"/>
          <ac:spMkLst>
            <pc:docMk/>
            <pc:sldMk cId="2716802616" sldId="4188"/>
            <ac:spMk id="44" creationId="{67866B10-2008-A674-6001-D6A225DF64B4}"/>
          </ac:spMkLst>
        </pc:spChg>
        <pc:spChg chg="add mod">
          <ac:chgData name="Jimmy GUERTIN" userId="60d5e20f-7699-43de-98b7-f4234786abe8" providerId="ADAL" clId="{69AD6934-BA48-C84E-A3FE-69B8E5D6B7CD}" dt="2025-04-01T12:08:22.798" v="7272" actId="1076"/>
          <ac:spMkLst>
            <pc:docMk/>
            <pc:sldMk cId="2716802616" sldId="4188"/>
            <ac:spMk id="45" creationId="{D25E74A7-5882-A4C8-1BE9-9E0B1875F268}"/>
          </ac:spMkLst>
        </pc:spChg>
        <pc:spChg chg="add mod">
          <ac:chgData name="Jimmy GUERTIN" userId="60d5e20f-7699-43de-98b7-f4234786abe8" providerId="ADAL" clId="{69AD6934-BA48-C84E-A3FE-69B8E5D6B7CD}" dt="2025-04-01T13:25:11.815" v="8008" actId="1036"/>
          <ac:spMkLst>
            <pc:docMk/>
            <pc:sldMk cId="2716802616" sldId="4188"/>
            <ac:spMk id="46" creationId="{8E1C61D4-E169-724C-7F23-41373DE395B8}"/>
          </ac:spMkLst>
        </pc:spChg>
        <pc:spChg chg="add mod">
          <ac:chgData name="Jimmy GUERTIN" userId="60d5e20f-7699-43de-98b7-f4234786abe8" providerId="ADAL" clId="{69AD6934-BA48-C84E-A3FE-69B8E5D6B7CD}" dt="2025-04-01T12:35:53.298" v="7899" actId="1076"/>
          <ac:spMkLst>
            <pc:docMk/>
            <pc:sldMk cId="2716802616" sldId="4188"/>
            <ac:spMk id="47" creationId="{B97642B3-2225-3FEC-6156-36D6922539E3}"/>
          </ac:spMkLst>
        </pc:spChg>
        <pc:spChg chg="add mod">
          <ac:chgData name="Jimmy GUERTIN" userId="60d5e20f-7699-43de-98b7-f4234786abe8" providerId="ADAL" clId="{69AD6934-BA48-C84E-A3FE-69B8E5D6B7CD}" dt="2025-04-01T13:25:11.815" v="8008" actId="1036"/>
          <ac:spMkLst>
            <pc:docMk/>
            <pc:sldMk cId="2716802616" sldId="4188"/>
            <ac:spMk id="48" creationId="{34E1633E-226D-2DBE-DD6C-DD5419EEA69D}"/>
          </ac:spMkLst>
        </pc:spChg>
        <pc:spChg chg="add mod">
          <ac:chgData name="Jimmy GUERTIN" userId="60d5e20f-7699-43de-98b7-f4234786abe8" providerId="ADAL" clId="{69AD6934-BA48-C84E-A3FE-69B8E5D6B7CD}" dt="2025-04-01T13:25:11.815" v="8008" actId="1036"/>
          <ac:spMkLst>
            <pc:docMk/>
            <pc:sldMk cId="2716802616" sldId="4188"/>
            <ac:spMk id="49" creationId="{A37F324E-D8B5-21A1-BA72-E5FC67D6AC13}"/>
          </ac:spMkLst>
        </pc:spChg>
        <pc:spChg chg="add mod">
          <ac:chgData name="Jimmy GUERTIN" userId="60d5e20f-7699-43de-98b7-f4234786abe8" providerId="ADAL" clId="{69AD6934-BA48-C84E-A3FE-69B8E5D6B7CD}" dt="2025-04-01T13:25:11.815" v="8008" actId="1036"/>
          <ac:spMkLst>
            <pc:docMk/>
            <pc:sldMk cId="2716802616" sldId="4188"/>
            <ac:spMk id="50" creationId="{46DD3904-BB82-44FB-23EC-67ABDE9B021F}"/>
          </ac:spMkLst>
        </pc:spChg>
        <pc:spChg chg="add mod">
          <ac:chgData name="Jimmy GUERTIN" userId="60d5e20f-7699-43de-98b7-f4234786abe8" providerId="ADAL" clId="{69AD6934-BA48-C84E-A3FE-69B8E5D6B7CD}" dt="2025-04-01T12:09:56.937" v="7302" actId="20577"/>
          <ac:spMkLst>
            <pc:docMk/>
            <pc:sldMk cId="2716802616" sldId="4188"/>
            <ac:spMk id="51" creationId="{6040878D-B227-1A6F-B236-412978FAF109}"/>
          </ac:spMkLst>
        </pc:spChg>
        <pc:spChg chg="add mod">
          <ac:chgData name="Jimmy GUERTIN" userId="60d5e20f-7699-43de-98b7-f4234786abe8" providerId="ADAL" clId="{69AD6934-BA48-C84E-A3FE-69B8E5D6B7CD}" dt="2025-04-01T13:29:47.225" v="8153" actId="20577"/>
          <ac:spMkLst>
            <pc:docMk/>
            <pc:sldMk cId="2716802616" sldId="4188"/>
            <ac:spMk id="52" creationId="{295CC2F1-618F-79BD-519A-494A1D573BCD}"/>
          </ac:spMkLst>
        </pc:spChg>
        <pc:spChg chg="add mod">
          <ac:chgData name="Jimmy GUERTIN" userId="60d5e20f-7699-43de-98b7-f4234786abe8" providerId="ADAL" clId="{69AD6934-BA48-C84E-A3FE-69B8E5D6B7CD}" dt="2025-04-02T13:28:45.771" v="10509" actId="1036"/>
          <ac:spMkLst>
            <pc:docMk/>
            <pc:sldMk cId="2716802616" sldId="4188"/>
            <ac:spMk id="53" creationId="{989059DF-CB5B-E198-65B1-EFDCAF2CD2A1}"/>
          </ac:spMkLst>
        </pc:spChg>
        <pc:spChg chg="add mod">
          <ac:chgData name="Jimmy GUERTIN" userId="60d5e20f-7699-43de-98b7-f4234786abe8" providerId="ADAL" clId="{69AD6934-BA48-C84E-A3FE-69B8E5D6B7CD}" dt="2025-04-02T13:26:17.051" v="10421" actId="1076"/>
          <ac:spMkLst>
            <pc:docMk/>
            <pc:sldMk cId="2716802616" sldId="4188"/>
            <ac:spMk id="54" creationId="{E42DB74D-F815-C98A-2392-5B93BF934EA8}"/>
          </ac:spMkLst>
        </pc:spChg>
        <pc:spChg chg="add mod">
          <ac:chgData name="Jimmy GUERTIN" userId="60d5e20f-7699-43de-98b7-f4234786abe8" providerId="ADAL" clId="{69AD6934-BA48-C84E-A3FE-69B8E5D6B7CD}" dt="2025-04-02T07:16:31.065" v="8800" actId="14100"/>
          <ac:spMkLst>
            <pc:docMk/>
            <pc:sldMk cId="2716802616" sldId="4188"/>
            <ac:spMk id="55" creationId="{7366C45A-B71B-6702-E18D-257031C7E027}"/>
          </ac:spMkLst>
        </pc:spChg>
        <pc:spChg chg="add mod">
          <ac:chgData name="Jimmy GUERTIN" userId="60d5e20f-7699-43de-98b7-f4234786abe8" providerId="ADAL" clId="{69AD6934-BA48-C84E-A3FE-69B8E5D6B7CD}" dt="2025-04-02T13:28:53.873" v="10510" actId="688"/>
          <ac:spMkLst>
            <pc:docMk/>
            <pc:sldMk cId="2716802616" sldId="4188"/>
            <ac:spMk id="56" creationId="{4C9D24B8-CBFC-B6E2-0731-8DC5F84794ED}"/>
          </ac:spMkLst>
        </pc:spChg>
      </pc:sldChg>
      <pc:sldChg chg="del">
        <pc:chgData name="Jimmy GUERTIN" userId="60d5e20f-7699-43de-98b7-f4234786abe8" providerId="ADAL" clId="{69AD6934-BA48-C84E-A3FE-69B8E5D6B7CD}" dt="2025-03-19T15:42:38.796" v="403" actId="2696"/>
        <pc:sldMkLst>
          <pc:docMk/>
          <pc:sldMk cId="3484900306" sldId="4190"/>
        </pc:sldMkLst>
      </pc:sldChg>
      <pc:sldChg chg="del">
        <pc:chgData name="Jimmy GUERTIN" userId="60d5e20f-7699-43de-98b7-f4234786abe8" providerId="ADAL" clId="{69AD6934-BA48-C84E-A3FE-69B8E5D6B7CD}" dt="2025-03-19T15:42:38.796" v="403" actId="2696"/>
        <pc:sldMkLst>
          <pc:docMk/>
          <pc:sldMk cId="3083439855" sldId="4192"/>
        </pc:sldMkLst>
      </pc:sldChg>
      <pc:sldChg chg="del">
        <pc:chgData name="Jimmy GUERTIN" userId="60d5e20f-7699-43de-98b7-f4234786abe8" providerId="ADAL" clId="{69AD6934-BA48-C84E-A3FE-69B8E5D6B7CD}" dt="2025-03-19T15:42:38.796" v="403" actId="2696"/>
        <pc:sldMkLst>
          <pc:docMk/>
          <pc:sldMk cId="1089365139" sldId="4194"/>
        </pc:sldMkLst>
      </pc:sldChg>
      <pc:sldChg chg="del">
        <pc:chgData name="Jimmy GUERTIN" userId="60d5e20f-7699-43de-98b7-f4234786abe8" providerId="ADAL" clId="{69AD6934-BA48-C84E-A3FE-69B8E5D6B7CD}" dt="2025-03-19T15:42:38.796" v="403" actId="2696"/>
        <pc:sldMkLst>
          <pc:docMk/>
          <pc:sldMk cId="2824461779" sldId="4195"/>
        </pc:sldMkLst>
      </pc:sldChg>
      <pc:sldChg chg="del">
        <pc:chgData name="Jimmy GUERTIN" userId="60d5e20f-7699-43de-98b7-f4234786abe8" providerId="ADAL" clId="{69AD6934-BA48-C84E-A3FE-69B8E5D6B7CD}" dt="2025-03-19T15:42:38.796" v="403" actId="2696"/>
        <pc:sldMkLst>
          <pc:docMk/>
          <pc:sldMk cId="621966183" sldId="4196"/>
        </pc:sldMkLst>
      </pc:sldChg>
      <pc:sldChg chg="del">
        <pc:chgData name="Jimmy GUERTIN" userId="60d5e20f-7699-43de-98b7-f4234786abe8" providerId="ADAL" clId="{69AD6934-BA48-C84E-A3FE-69B8E5D6B7CD}" dt="2025-03-19T15:42:38.796" v="403" actId="2696"/>
        <pc:sldMkLst>
          <pc:docMk/>
          <pc:sldMk cId="1415518018" sldId="4198"/>
        </pc:sldMkLst>
      </pc:sldChg>
      <pc:sldChg chg="del">
        <pc:chgData name="Jimmy GUERTIN" userId="60d5e20f-7699-43de-98b7-f4234786abe8" providerId="ADAL" clId="{69AD6934-BA48-C84E-A3FE-69B8E5D6B7CD}" dt="2025-03-19T15:42:38.796" v="403" actId="2696"/>
        <pc:sldMkLst>
          <pc:docMk/>
          <pc:sldMk cId="3186665021" sldId="4199"/>
        </pc:sldMkLst>
      </pc:sldChg>
      <pc:sldChg chg="del">
        <pc:chgData name="Jimmy GUERTIN" userId="60d5e20f-7699-43de-98b7-f4234786abe8" providerId="ADAL" clId="{69AD6934-BA48-C84E-A3FE-69B8E5D6B7CD}" dt="2025-03-19T15:42:38.796" v="403" actId="2696"/>
        <pc:sldMkLst>
          <pc:docMk/>
          <pc:sldMk cId="4169865311" sldId="4200"/>
        </pc:sldMkLst>
      </pc:sldChg>
      <pc:sldChg chg="del">
        <pc:chgData name="Jimmy GUERTIN" userId="60d5e20f-7699-43de-98b7-f4234786abe8" providerId="ADAL" clId="{69AD6934-BA48-C84E-A3FE-69B8E5D6B7CD}" dt="2025-03-19T15:42:38.796" v="403" actId="2696"/>
        <pc:sldMkLst>
          <pc:docMk/>
          <pc:sldMk cId="1536431035" sldId="4201"/>
        </pc:sldMkLst>
      </pc:sldChg>
      <pc:sldChg chg="del">
        <pc:chgData name="Jimmy GUERTIN" userId="60d5e20f-7699-43de-98b7-f4234786abe8" providerId="ADAL" clId="{69AD6934-BA48-C84E-A3FE-69B8E5D6B7CD}" dt="2025-03-19T15:42:38.796" v="403" actId="2696"/>
        <pc:sldMkLst>
          <pc:docMk/>
          <pc:sldMk cId="2238004732" sldId="4202"/>
        </pc:sldMkLst>
      </pc:sldChg>
      <pc:sldChg chg="del">
        <pc:chgData name="Jimmy GUERTIN" userId="60d5e20f-7699-43de-98b7-f4234786abe8" providerId="ADAL" clId="{69AD6934-BA48-C84E-A3FE-69B8E5D6B7CD}" dt="2025-03-19T15:42:38.796" v="403" actId="2696"/>
        <pc:sldMkLst>
          <pc:docMk/>
          <pc:sldMk cId="1577673948" sldId="4203"/>
        </pc:sldMkLst>
      </pc:sldChg>
      <pc:sldChg chg="del">
        <pc:chgData name="Jimmy GUERTIN" userId="60d5e20f-7699-43de-98b7-f4234786abe8" providerId="ADAL" clId="{69AD6934-BA48-C84E-A3FE-69B8E5D6B7CD}" dt="2025-03-19T15:42:38.796" v="403" actId="2696"/>
        <pc:sldMkLst>
          <pc:docMk/>
          <pc:sldMk cId="851490604" sldId="4205"/>
        </pc:sldMkLst>
      </pc:sldChg>
      <pc:sldChg chg="del">
        <pc:chgData name="Jimmy GUERTIN" userId="60d5e20f-7699-43de-98b7-f4234786abe8" providerId="ADAL" clId="{69AD6934-BA48-C84E-A3FE-69B8E5D6B7CD}" dt="2025-03-19T15:42:38.796" v="403" actId="2696"/>
        <pc:sldMkLst>
          <pc:docMk/>
          <pc:sldMk cId="3312881729" sldId="4206"/>
        </pc:sldMkLst>
      </pc:sldChg>
      <pc:sldChg chg="del">
        <pc:chgData name="Jimmy GUERTIN" userId="60d5e20f-7699-43de-98b7-f4234786abe8" providerId="ADAL" clId="{69AD6934-BA48-C84E-A3FE-69B8E5D6B7CD}" dt="2025-03-19T15:42:38.796" v="403" actId="2696"/>
        <pc:sldMkLst>
          <pc:docMk/>
          <pc:sldMk cId="2111692624" sldId="4208"/>
        </pc:sldMkLst>
      </pc:sldChg>
      <pc:sldChg chg="modSp add mod">
        <pc:chgData name="Jimmy GUERTIN" userId="60d5e20f-7699-43de-98b7-f4234786abe8" providerId="ADAL" clId="{69AD6934-BA48-C84E-A3FE-69B8E5D6B7CD}" dt="2025-03-19T15:46:13.237" v="462" actId="20577"/>
        <pc:sldMkLst>
          <pc:docMk/>
          <pc:sldMk cId="4024142716" sldId="4208"/>
        </pc:sldMkLst>
        <pc:spChg chg="mod">
          <ac:chgData name="Jimmy GUERTIN" userId="60d5e20f-7699-43de-98b7-f4234786abe8" providerId="ADAL" clId="{69AD6934-BA48-C84E-A3FE-69B8E5D6B7CD}" dt="2025-03-19T15:43:36.329" v="456" actId="1076"/>
          <ac:spMkLst>
            <pc:docMk/>
            <pc:sldMk cId="4024142716" sldId="4208"/>
            <ac:spMk id="5" creationId="{8AC52417-96A5-57E5-7183-249BB1DAA0E2}"/>
          </ac:spMkLst>
        </pc:spChg>
        <pc:spChg chg="mod">
          <ac:chgData name="Jimmy GUERTIN" userId="60d5e20f-7699-43de-98b7-f4234786abe8" providerId="ADAL" clId="{69AD6934-BA48-C84E-A3FE-69B8E5D6B7CD}" dt="2025-03-19T15:46:13.237" v="462" actId="20577"/>
          <ac:spMkLst>
            <pc:docMk/>
            <pc:sldMk cId="4024142716" sldId="4208"/>
            <ac:spMk id="7" creationId="{5D2FC360-7FB8-1D7A-E089-D42D51E66E95}"/>
          </ac:spMkLst>
        </pc:spChg>
      </pc:sldChg>
      <pc:sldChg chg="del">
        <pc:chgData name="Jimmy GUERTIN" userId="60d5e20f-7699-43de-98b7-f4234786abe8" providerId="ADAL" clId="{69AD6934-BA48-C84E-A3FE-69B8E5D6B7CD}" dt="2025-03-19T15:42:38.796" v="403" actId="2696"/>
        <pc:sldMkLst>
          <pc:docMk/>
          <pc:sldMk cId="2812705341" sldId="4209"/>
        </pc:sldMkLst>
      </pc:sldChg>
      <pc:sldChg chg="del">
        <pc:chgData name="Jimmy GUERTIN" userId="60d5e20f-7699-43de-98b7-f4234786abe8" providerId="ADAL" clId="{69AD6934-BA48-C84E-A3FE-69B8E5D6B7CD}" dt="2025-03-19T15:42:38.796" v="403" actId="2696"/>
        <pc:sldMkLst>
          <pc:docMk/>
          <pc:sldMk cId="513202630" sldId="4210"/>
        </pc:sldMkLst>
      </pc:sldChg>
      <pc:sldChg chg="del">
        <pc:chgData name="Jimmy GUERTIN" userId="60d5e20f-7699-43de-98b7-f4234786abe8" providerId="ADAL" clId="{69AD6934-BA48-C84E-A3FE-69B8E5D6B7CD}" dt="2025-03-19T15:42:38.796" v="403" actId="2696"/>
        <pc:sldMkLst>
          <pc:docMk/>
          <pc:sldMk cId="120149400" sldId="4211"/>
        </pc:sldMkLst>
      </pc:sldChg>
      <pc:sldChg chg="del">
        <pc:chgData name="Jimmy GUERTIN" userId="60d5e20f-7699-43de-98b7-f4234786abe8" providerId="ADAL" clId="{69AD6934-BA48-C84E-A3FE-69B8E5D6B7CD}" dt="2025-04-02T10:14:15.438" v="9747" actId="2696"/>
        <pc:sldMkLst>
          <pc:docMk/>
          <pc:sldMk cId="3392846636" sldId="4213"/>
        </pc:sldMkLst>
      </pc:sldChg>
      <pc:sldChg chg="del">
        <pc:chgData name="Jimmy GUERTIN" userId="60d5e20f-7699-43de-98b7-f4234786abe8" providerId="ADAL" clId="{69AD6934-BA48-C84E-A3FE-69B8E5D6B7CD}" dt="2025-04-02T10:14:15.735" v="9749" actId="2696"/>
        <pc:sldMkLst>
          <pc:docMk/>
          <pc:sldMk cId="252777174" sldId="4215"/>
        </pc:sldMkLst>
      </pc:sldChg>
      <pc:sldChg chg="del">
        <pc:chgData name="Jimmy GUERTIN" userId="60d5e20f-7699-43de-98b7-f4234786abe8" providerId="ADAL" clId="{69AD6934-BA48-C84E-A3FE-69B8E5D6B7CD}" dt="2025-04-02T10:14:15.883" v="9750" actId="2696"/>
        <pc:sldMkLst>
          <pc:docMk/>
          <pc:sldMk cId="4244242837" sldId="4216"/>
        </pc:sldMkLst>
      </pc:sldChg>
      <pc:sldChg chg="del">
        <pc:chgData name="Jimmy GUERTIN" userId="60d5e20f-7699-43de-98b7-f4234786abe8" providerId="ADAL" clId="{69AD6934-BA48-C84E-A3FE-69B8E5D6B7CD}" dt="2025-04-02T10:14:16.382" v="9753" actId="2696"/>
        <pc:sldMkLst>
          <pc:docMk/>
          <pc:sldMk cId="654344665" sldId="4217"/>
        </pc:sldMkLst>
      </pc:sldChg>
      <pc:sldChg chg="del">
        <pc:chgData name="Jimmy GUERTIN" userId="60d5e20f-7699-43de-98b7-f4234786abe8" providerId="ADAL" clId="{69AD6934-BA48-C84E-A3FE-69B8E5D6B7CD}" dt="2025-04-02T10:14:16.212" v="9752" actId="2696"/>
        <pc:sldMkLst>
          <pc:docMk/>
          <pc:sldMk cId="2740166294" sldId="4218"/>
        </pc:sldMkLst>
      </pc:sldChg>
      <pc:sldChg chg="del">
        <pc:chgData name="Jimmy GUERTIN" userId="60d5e20f-7699-43de-98b7-f4234786abe8" providerId="ADAL" clId="{69AD6934-BA48-C84E-A3FE-69B8E5D6B7CD}" dt="2025-04-02T10:14:16.544" v="9754" actId="2696"/>
        <pc:sldMkLst>
          <pc:docMk/>
          <pc:sldMk cId="1616095393" sldId="4219"/>
        </pc:sldMkLst>
      </pc:sldChg>
      <pc:sldChg chg="del">
        <pc:chgData name="Jimmy GUERTIN" userId="60d5e20f-7699-43de-98b7-f4234786abe8" providerId="ADAL" clId="{69AD6934-BA48-C84E-A3FE-69B8E5D6B7CD}" dt="2025-04-02T10:14:16.763" v="9755" actId="2696"/>
        <pc:sldMkLst>
          <pc:docMk/>
          <pc:sldMk cId="1652397707" sldId="4220"/>
        </pc:sldMkLst>
      </pc:sldChg>
      <pc:sldChg chg="del">
        <pc:chgData name="Jimmy GUERTIN" userId="60d5e20f-7699-43de-98b7-f4234786abe8" providerId="ADAL" clId="{69AD6934-BA48-C84E-A3FE-69B8E5D6B7CD}" dt="2025-04-02T10:14:16.877" v="9756" actId="2696"/>
        <pc:sldMkLst>
          <pc:docMk/>
          <pc:sldMk cId="2324001892" sldId="4222"/>
        </pc:sldMkLst>
      </pc:sldChg>
      <pc:sldChg chg="del">
        <pc:chgData name="Jimmy GUERTIN" userId="60d5e20f-7699-43de-98b7-f4234786abe8" providerId="ADAL" clId="{69AD6934-BA48-C84E-A3FE-69B8E5D6B7CD}" dt="2025-04-02T10:14:15.140" v="9745" actId="2696"/>
        <pc:sldMkLst>
          <pc:docMk/>
          <pc:sldMk cId="4021951924" sldId="4224"/>
        </pc:sldMkLst>
      </pc:sldChg>
      <pc:sldChg chg="del">
        <pc:chgData name="Jimmy GUERTIN" userId="60d5e20f-7699-43de-98b7-f4234786abe8" providerId="ADAL" clId="{69AD6934-BA48-C84E-A3FE-69B8E5D6B7CD}" dt="2025-04-02T10:14:16.038" v="9751" actId="2696"/>
        <pc:sldMkLst>
          <pc:docMk/>
          <pc:sldMk cId="2339620984" sldId="4225"/>
        </pc:sldMkLst>
      </pc:sldChg>
      <pc:sldChg chg="del">
        <pc:chgData name="Jimmy GUERTIN" userId="60d5e20f-7699-43de-98b7-f4234786abe8" providerId="ADAL" clId="{69AD6934-BA48-C84E-A3FE-69B8E5D6B7CD}" dt="2025-03-19T15:42:38.796" v="403" actId="2696"/>
        <pc:sldMkLst>
          <pc:docMk/>
          <pc:sldMk cId="2556561550" sldId="4226"/>
        </pc:sldMkLst>
      </pc:sldChg>
      <pc:sldChg chg="del">
        <pc:chgData name="Jimmy GUERTIN" userId="60d5e20f-7699-43de-98b7-f4234786abe8" providerId="ADAL" clId="{69AD6934-BA48-C84E-A3FE-69B8E5D6B7CD}" dt="2025-03-19T15:42:38.796" v="403" actId="2696"/>
        <pc:sldMkLst>
          <pc:docMk/>
          <pc:sldMk cId="3427277634" sldId="4227"/>
        </pc:sldMkLst>
      </pc:sldChg>
      <pc:sldChg chg="del">
        <pc:chgData name="Jimmy GUERTIN" userId="60d5e20f-7699-43de-98b7-f4234786abe8" providerId="ADAL" clId="{69AD6934-BA48-C84E-A3FE-69B8E5D6B7CD}" dt="2025-03-19T15:42:38.796" v="403" actId="2696"/>
        <pc:sldMkLst>
          <pc:docMk/>
          <pc:sldMk cId="364919606" sldId="4228"/>
        </pc:sldMkLst>
      </pc:sldChg>
      <pc:sldChg chg="del">
        <pc:chgData name="Jimmy GUERTIN" userId="60d5e20f-7699-43de-98b7-f4234786abe8" providerId="ADAL" clId="{69AD6934-BA48-C84E-A3FE-69B8E5D6B7CD}" dt="2025-03-19T15:42:38.796" v="403" actId="2696"/>
        <pc:sldMkLst>
          <pc:docMk/>
          <pc:sldMk cId="1061857478" sldId="4229"/>
        </pc:sldMkLst>
      </pc:sldChg>
      <pc:sldChg chg="del">
        <pc:chgData name="Jimmy GUERTIN" userId="60d5e20f-7699-43de-98b7-f4234786abe8" providerId="ADAL" clId="{69AD6934-BA48-C84E-A3FE-69B8E5D6B7CD}" dt="2025-03-19T15:42:38.796" v="403" actId="2696"/>
        <pc:sldMkLst>
          <pc:docMk/>
          <pc:sldMk cId="1087563641" sldId="4230"/>
        </pc:sldMkLst>
      </pc:sldChg>
      <pc:sldChg chg="del">
        <pc:chgData name="Jimmy GUERTIN" userId="60d5e20f-7699-43de-98b7-f4234786abe8" providerId="ADAL" clId="{69AD6934-BA48-C84E-A3FE-69B8E5D6B7CD}" dt="2025-03-19T15:42:38.796" v="403" actId="2696"/>
        <pc:sldMkLst>
          <pc:docMk/>
          <pc:sldMk cId="305010598" sldId="4231"/>
        </pc:sldMkLst>
      </pc:sldChg>
      <pc:sldChg chg="del">
        <pc:chgData name="Jimmy GUERTIN" userId="60d5e20f-7699-43de-98b7-f4234786abe8" providerId="ADAL" clId="{69AD6934-BA48-C84E-A3FE-69B8E5D6B7CD}" dt="2025-03-19T15:42:38.796" v="403" actId="2696"/>
        <pc:sldMkLst>
          <pc:docMk/>
          <pc:sldMk cId="1378412307" sldId="4232"/>
        </pc:sldMkLst>
      </pc:sldChg>
      <pc:sldChg chg="del">
        <pc:chgData name="Jimmy GUERTIN" userId="60d5e20f-7699-43de-98b7-f4234786abe8" providerId="ADAL" clId="{69AD6934-BA48-C84E-A3FE-69B8E5D6B7CD}" dt="2025-03-19T15:42:38.796" v="403" actId="2696"/>
        <pc:sldMkLst>
          <pc:docMk/>
          <pc:sldMk cId="2645824600" sldId="4233"/>
        </pc:sldMkLst>
      </pc:sldChg>
      <pc:sldChg chg="del">
        <pc:chgData name="Jimmy GUERTIN" userId="60d5e20f-7699-43de-98b7-f4234786abe8" providerId="ADAL" clId="{69AD6934-BA48-C84E-A3FE-69B8E5D6B7CD}" dt="2025-03-19T15:42:38.796" v="403" actId="2696"/>
        <pc:sldMkLst>
          <pc:docMk/>
          <pc:sldMk cId="3110888731" sldId="4234"/>
        </pc:sldMkLst>
      </pc:sldChg>
      <pc:sldChg chg="del">
        <pc:chgData name="Jimmy GUERTIN" userId="60d5e20f-7699-43de-98b7-f4234786abe8" providerId="ADAL" clId="{69AD6934-BA48-C84E-A3FE-69B8E5D6B7CD}" dt="2025-03-19T15:42:38.796" v="403" actId="2696"/>
        <pc:sldMkLst>
          <pc:docMk/>
          <pc:sldMk cId="265663014" sldId="4235"/>
        </pc:sldMkLst>
      </pc:sldChg>
      <pc:sldChg chg="del">
        <pc:chgData name="Jimmy GUERTIN" userId="60d5e20f-7699-43de-98b7-f4234786abe8" providerId="ADAL" clId="{69AD6934-BA48-C84E-A3FE-69B8E5D6B7CD}" dt="2025-03-19T15:42:38.796" v="403" actId="2696"/>
        <pc:sldMkLst>
          <pc:docMk/>
          <pc:sldMk cId="1200329875" sldId="4236"/>
        </pc:sldMkLst>
      </pc:sldChg>
      <pc:sldChg chg="del">
        <pc:chgData name="Jimmy GUERTIN" userId="60d5e20f-7699-43de-98b7-f4234786abe8" providerId="ADAL" clId="{69AD6934-BA48-C84E-A3FE-69B8E5D6B7CD}" dt="2025-04-02T10:14:15.288" v="9746" actId="2696"/>
        <pc:sldMkLst>
          <pc:docMk/>
          <pc:sldMk cId="128729689" sldId="4237"/>
        </pc:sldMkLst>
      </pc:sldChg>
      <pc:sldChg chg="del">
        <pc:chgData name="Jimmy GUERTIN" userId="60d5e20f-7699-43de-98b7-f4234786abe8" providerId="ADAL" clId="{69AD6934-BA48-C84E-A3FE-69B8E5D6B7CD}" dt="2025-03-19T15:42:38.796" v="403" actId="2696"/>
        <pc:sldMkLst>
          <pc:docMk/>
          <pc:sldMk cId="339995855" sldId="5301"/>
        </pc:sldMkLst>
      </pc:sldChg>
      <pc:sldChg chg="del">
        <pc:chgData name="Jimmy GUERTIN" userId="60d5e20f-7699-43de-98b7-f4234786abe8" providerId="ADAL" clId="{69AD6934-BA48-C84E-A3FE-69B8E5D6B7CD}" dt="2025-03-19T15:42:38.796" v="403" actId="2696"/>
        <pc:sldMkLst>
          <pc:docMk/>
          <pc:sldMk cId="269418552" sldId="5302"/>
        </pc:sldMkLst>
      </pc:sldChg>
      <pc:sldChg chg="addSp delSp modSp del mod">
        <pc:chgData name="Jimmy GUERTIN" userId="60d5e20f-7699-43de-98b7-f4234786abe8" providerId="ADAL" clId="{69AD6934-BA48-C84E-A3FE-69B8E5D6B7CD}" dt="2025-04-01T12:36:14.215" v="7902" actId="2696"/>
        <pc:sldMkLst>
          <pc:docMk/>
          <pc:sldMk cId="627831150" sldId="5303"/>
        </pc:sldMkLst>
      </pc:sldChg>
      <pc:sldChg chg="del">
        <pc:chgData name="Jimmy GUERTIN" userId="60d5e20f-7699-43de-98b7-f4234786abe8" providerId="ADAL" clId="{69AD6934-BA48-C84E-A3FE-69B8E5D6B7CD}" dt="2025-03-19T16:22:32.302" v="1111" actId="2696"/>
        <pc:sldMkLst>
          <pc:docMk/>
          <pc:sldMk cId="4167110008" sldId="5304"/>
        </pc:sldMkLst>
      </pc:sldChg>
      <pc:sldChg chg="addSp delSp modSp mod modAnim">
        <pc:chgData name="Jimmy GUERTIN" userId="60d5e20f-7699-43de-98b7-f4234786abe8" providerId="ADAL" clId="{69AD6934-BA48-C84E-A3FE-69B8E5D6B7CD}" dt="2025-04-03T09:39:31.439" v="12927"/>
        <pc:sldMkLst>
          <pc:docMk/>
          <pc:sldMk cId="3412892735" sldId="5305"/>
        </pc:sldMkLst>
        <pc:spChg chg="add mod">
          <ac:chgData name="Jimmy GUERTIN" userId="60d5e20f-7699-43de-98b7-f4234786abe8" providerId="ADAL" clId="{69AD6934-BA48-C84E-A3FE-69B8E5D6B7CD}" dt="2025-04-02T15:16:21.774" v="12169" actId="20577"/>
          <ac:spMkLst>
            <pc:docMk/>
            <pc:sldMk cId="3412892735" sldId="5305"/>
            <ac:spMk id="3" creationId="{69739E8D-9066-83ED-6938-F3522274E9D8}"/>
          </ac:spMkLst>
        </pc:spChg>
        <pc:spChg chg="add del mod">
          <ac:chgData name="Jimmy GUERTIN" userId="60d5e20f-7699-43de-98b7-f4234786abe8" providerId="ADAL" clId="{69AD6934-BA48-C84E-A3FE-69B8E5D6B7CD}" dt="2025-04-02T07:30:28.388" v="8905" actId="1076"/>
          <ac:spMkLst>
            <pc:docMk/>
            <pc:sldMk cId="3412892735" sldId="5305"/>
            <ac:spMk id="5" creationId="{F4380353-B1C9-3432-985D-492474627101}"/>
          </ac:spMkLst>
        </pc:spChg>
        <pc:spChg chg="add mod">
          <ac:chgData name="Jimmy GUERTIN" userId="60d5e20f-7699-43de-98b7-f4234786abe8" providerId="ADAL" clId="{69AD6934-BA48-C84E-A3FE-69B8E5D6B7CD}" dt="2025-04-02T07:30:28.388" v="8905" actId="1076"/>
          <ac:spMkLst>
            <pc:docMk/>
            <pc:sldMk cId="3412892735" sldId="5305"/>
            <ac:spMk id="6" creationId="{8393BC99-1860-F047-8FBC-DD4ED03524D3}"/>
          </ac:spMkLst>
        </pc:spChg>
        <pc:spChg chg="add mod">
          <ac:chgData name="Jimmy GUERTIN" userId="60d5e20f-7699-43de-98b7-f4234786abe8" providerId="ADAL" clId="{69AD6934-BA48-C84E-A3FE-69B8E5D6B7CD}" dt="2025-04-02T15:16:24.345" v="12171" actId="20577"/>
          <ac:spMkLst>
            <pc:docMk/>
            <pc:sldMk cId="3412892735" sldId="5305"/>
            <ac:spMk id="7" creationId="{5E1762EA-DD7F-049C-B751-AFF069BBC1CB}"/>
          </ac:spMkLst>
        </pc:spChg>
        <pc:spChg chg="add mod">
          <ac:chgData name="Jimmy GUERTIN" userId="60d5e20f-7699-43de-98b7-f4234786abe8" providerId="ADAL" clId="{69AD6934-BA48-C84E-A3FE-69B8E5D6B7CD}" dt="2025-04-02T07:30:28.388" v="8905" actId="1076"/>
          <ac:spMkLst>
            <pc:docMk/>
            <pc:sldMk cId="3412892735" sldId="5305"/>
            <ac:spMk id="9" creationId="{C56A3D8C-3DF3-B811-3CA8-191F073E9946}"/>
          </ac:spMkLst>
        </pc:spChg>
        <pc:spChg chg="add mod">
          <ac:chgData name="Jimmy GUERTIN" userId="60d5e20f-7699-43de-98b7-f4234786abe8" providerId="ADAL" clId="{69AD6934-BA48-C84E-A3FE-69B8E5D6B7CD}" dt="2025-04-01T07:38:51.952" v="5121" actId="1037"/>
          <ac:spMkLst>
            <pc:docMk/>
            <pc:sldMk cId="3412892735" sldId="5305"/>
            <ac:spMk id="10" creationId="{388E0BA7-1A25-BE3D-4FFC-49324A8AFA60}"/>
          </ac:spMkLst>
        </pc:spChg>
        <pc:spChg chg="add mod">
          <ac:chgData name="Jimmy GUERTIN" userId="60d5e20f-7699-43de-98b7-f4234786abe8" providerId="ADAL" clId="{69AD6934-BA48-C84E-A3FE-69B8E5D6B7CD}" dt="2025-04-02T07:30:28.388" v="8905" actId="1076"/>
          <ac:spMkLst>
            <pc:docMk/>
            <pc:sldMk cId="3412892735" sldId="5305"/>
            <ac:spMk id="11" creationId="{10AA8B89-27B1-3EC5-33D8-D9B4156F10C6}"/>
          </ac:spMkLst>
        </pc:spChg>
        <pc:spChg chg="add mod">
          <ac:chgData name="Jimmy GUERTIN" userId="60d5e20f-7699-43de-98b7-f4234786abe8" providerId="ADAL" clId="{69AD6934-BA48-C84E-A3FE-69B8E5D6B7CD}" dt="2025-04-02T15:16:27.452" v="12174" actId="20577"/>
          <ac:spMkLst>
            <pc:docMk/>
            <pc:sldMk cId="3412892735" sldId="5305"/>
            <ac:spMk id="12" creationId="{44B3B859-94D7-1794-67B0-057AB282104C}"/>
          </ac:spMkLst>
        </pc:spChg>
        <pc:spChg chg="add mod">
          <ac:chgData name="Jimmy GUERTIN" userId="60d5e20f-7699-43de-98b7-f4234786abe8" providerId="ADAL" clId="{69AD6934-BA48-C84E-A3FE-69B8E5D6B7CD}" dt="2025-04-02T07:30:35.240" v="8907" actId="1076"/>
          <ac:spMkLst>
            <pc:docMk/>
            <pc:sldMk cId="3412892735" sldId="5305"/>
            <ac:spMk id="13" creationId="{68669988-5DAD-01F2-800F-179DB0570678}"/>
          </ac:spMkLst>
        </pc:spChg>
        <pc:spChg chg="add mod">
          <ac:chgData name="Jimmy GUERTIN" userId="60d5e20f-7699-43de-98b7-f4234786abe8" providerId="ADAL" clId="{69AD6934-BA48-C84E-A3FE-69B8E5D6B7CD}" dt="2025-04-02T07:30:28.388" v="8905" actId="1076"/>
          <ac:spMkLst>
            <pc:docMk/>
            <pc:sldMk cId="3412892735" sldId="5305"/>
            <ac:spMk id="14" creationId="{A60F587C-4E8F-9209-38C4-0C336175FB75}"/>
          </ac:spMkLst>
        </pc:spChg>
        <pc:spChg chg="add mod">
          <ac:chgData name="Jimmy GUERTIN" userId="60d5e20f-7699-43de-98b7-f4234786abe8" providerId="ADAL" clId="{69AD6934-BA48-C84E-A3FE-69B8E5D6B7CD}" dt="2025-04-01T07:39:06.884" v="5130" actId="20577"/>
          <ac:spMkLst>
            <pc:docMk/>
            <pc:sldMk cId="3412892735" sldId="5305"/>
            <ac:spMk id="15" creationId="{33B64544-902F-CADC-F4A5-1F06ED39020E}"/>
          </ac:spMkLst>
        </pc:spChg>
        <pc:spChg chg="add mod">
          <ac:chgData name="Jimmy GUERTIN" userId="60d5e20f-7699-43de-98b7-f4234786abe8" providerId="ADAL" clId="{69AD6934-BA48-C84E-A3FE-69B8E5D6B7CD}" dt="2025-04-02T07:30:28.388" v="8905" actId="1076"/>
          <ac:spMkLst>
            <pc:docMk/>
            <pc:sldMk cId="3412892735" sldId="5305"/>
            <ac:spMk id="16" creationId="{9D19FFCC-3243-3B71-D3D8-A7C594EC8A5C}"/>
          </ac:spMkLst>
        </pc:spChg>
        <pc:spChg chg="add mod">
          <ac:chgData name="Jimmy GUERTIN" userId="60d5e20f-7699-43de-98b7-f4234786abe8" providerId="ADAL" clId="{69AD6934-BA48-C84E-A3FE-69B8E5D6B7CD}" dt="2025-04-02T07:30:28.388" v="8905" actId="1076"/>
          <ac:spMkLst>
            <pc:docMk/>
            <pc:sldMk cId="3412892735" sldId="5305"/>
            <ac:spMk id="18" creationId="{DA17B511-169C-DD01-2761-E2465D70996A}"/>
          </ac:spMkLst>
        </pc:spChg>
        <pc:spChg chg="add mod">
          <ac:chgData name="Jimmy GUERTIN" userId="60d5e20f-7699-43de-98b7-f4234786abe8" providerId="ADAL" clId="{69AD6934-BA48-C84E-A3FE-69B8E5D6B7CD}" dt="2025-04-02T07:30:28.388" v="8905" actId="1076"/>
          <ac:spMkLst>
            <pc:docMk/>
            <pc:sldMk cId="3412892735" sldId="5305"/>
            <ac:spMk id="22" creationId="{42BA227E-EBB4-6C62-0C59-B175EB0CDBDA}"/>
          </ac:spMkLst>
        </pc:spChg>
        <pc:spChg chg="add mod">
          <ac:chgData name="Jimmy GUERTIN" userId="60d5e20f-7699-43de-98b7-f4234786abe8" providerId="ADAL" clId="{69AD6934-BA48-C84E-A3FE-69B8E5D6B7CD}" dt="2025-04-01T07:35:50.046" v="5095" actId="14100"/>
          <ac:spMkLst>
            <pc:docMk/>
            <pc:sldMk cId="3412892735" sldId="5305"/>
            <ac:spMk id="30" creationId="{004938F9-3327-0A55-FFE6-F8A79E184D86}"/>
          </ac:spMkLst>
        </pc:spChg>
        <pc:spChg chg="add mod">
          <ac:chgData name="Jimmy GUERTIN" userId="60d5e20f-7699-43de-98b7-f4234786abe8" providerId="ADAL" clId="{69AD6934-BA48-C84E-A3FE-69B8E5D6B7CD}" dt="2025-04-02T07:30:03.995" v="8903" actId="1076"/>
          <ac:spMkLst>
            <pc:docMk/>
            <pc:sldMk cId="3412892735" sldId="5305"/>
            <ac:spMk id="34" creationId="{60F2B2F5-6147-224E-F2A3-AE2020AF57C4}"/>
          </ac:spMkLst>
        </pc:spChg>
        <pc:spChg chg="add mod">
          <ac:chgData name="Jimmy GUERTIN" userId="60d5e20f-7699-43de-98b7-f4234786abe8" providerId="ADAL" clId="{69AD6934-BA48-C84E-A3FE-69B8E5D6B7CD}" dt="2025-04-02T15:16:05.457" v="12161" actId="14100"/>
          <ac:spMkLst>
            <pc:docMk/>
            <pc:sldMk cId="3412892735" sldId="5305"/>
            <ac:spMk id="35" creationId="{F810F71A-3E7D-428B-35AA-383F91A99458}"/>
          </ac:spMkLst>
        </pc:spChg>
      </pc:sldChg>
      <pc:sldChg chg="addSp delSp modSp mod ord modAnim">
        <pc:chgData name="Jimmy GUERTIN" userId="60d5e20f-7699-43de-98b7-f4234786abe8" providerId="ADAL" clId="{69AD6934-BA48-C84E-A3FE-69B8E5D6B7CD}" dt="2025-04-03T09:53:19.450" v="13616" actId="14100"/>
        <pc:sldMkLst>
          <pc:docMk/>
          <pc:sldMk cId="165394681" sldId="5306"/>
        </pc:sldMkLst>
        <pc:spChg chg="mod">
          <ac:chgData name="Jimmy GUERTIN" userId="60d5e20f-7699-43de-98b7-f4234786abe8" providerId="ADAL" clId="{69AD6934-BA48-C84E-A3FE-69B8E5D6B7CD}" dt="2025-04-02T15:17:58.036" v="12293" actId="20577"/>
          <ac:spMkLst>
            <pc:docMk/>
            <pc:sldMk cId="165394681" sldId="5306"/>
            <ac:spMk id="3" creationId="{34946EA0-F630-3A0E-BF81-AF8D6428BB07}"/>
          </ac:spMkLst>
        </pc:spChg>
        <pc:spChg chg="add mod">
          <ac:chgData name="Jimmy GUERTIN" userId="60d5e20f-7699-43de-98b7-f4234786abe8" providerId="ADAL" clId="{69AD6934-BA48-C84E-A3FE-69B8E5D6B7CD}" dt="2025-04-03T09:52:55.656" v="13590" actId="14100"/>
          <ac:spMkLst>
            <pc:docMk/>
            <pc:sldMk cId="165394681" sldId="5306"/>
            <ac:spMk id="5" creationId="{3FF04766-0814-4C0F-1E6A-4B3267B9E0EB}"/>
          </ac:spMkLst>
        </pc:spChg>
        <pc:spChg chg="add mod">
          <ac:chgData name="Jimmy GUERTIN" userId="60d5e20f-7699-43de-98b7-f4234786abe8" providerId="ADAL" clId="{69AD6934-BA48-C84E-A3FE-69B8E5D6B7CD}" dt="2025-04-02T15:18:10.180" v="12296" actId="20577"/>
          <ac:spMkLst>
            <pc:docMk/>
            <pc:sldMk cId="165394681" sldId="5306"/>
            <ac:spMk id="18" creationId="{30CE34BC-5526-DBDD-6B3E-B04530D861A0}"/>
          </ac:spMkLst>
        </pc:spChg>
        <pc:spChg chg="mod">
          <ac:chgData name="Jimmy GUERTIN" userId="60d5e20f-7699-43de-98b7-f4234786abe8" providerId="ADAL" clId="{69AD6934-BA48-C84E-A3FE-69B8E5D6B7CD}" dt="2025-04-02T15:18:12.212" v="12299" actId="20577"/>
          <ac:spMkLst>
            <pc:docMk/>
            <pc:sldMk cId="165394681" sldId="5306"/>
            <ac:spMk id="19" creationId="{24D0DC6C-835E-EB80-1792-0644160D9B07}"/>
          </ac:spMkLst>
        </pc:spChg>
        <pc:spChg chg="add mod">
          <ac:chgData name="Jimmy GUERTIN" userId="60d5e20f-7699-43de-98b7-f4234786abe8" providerId="ADAL" clId="{69AD6934-BA48-C84E-A3FE-69B8E5D6B7CD}" dt="2025-03-27T14:01:37.067" v="3812" actId="1076"/>
          <ac:spMkLst>
            <pc:docMk/>
            <pc:sldMk cId="165394681" sldId="5306"/>
            <ac:spMk id="20" creationId="{67BE8677-31A7-31B4-E734-AF9B3DC000F4}"/>
          </ac:spMkLst>
        </pc:spChg>
        <pc:spChg chg="add mod">
          <ac:chgData name="Jimmy GUERTIN" userId="60d5e20f-7699-43de-98b7-f4234786abe8" providerId="ADAL" clId="{69AD6934-BA48-C84E-A3FE-69B8E5D6B7CD}" dt="2025-04-01T07:40:45.238" v="5159" actId="1038"/>
          <ac:spMkLst>
            <pc:docMk/>
            <pc:sldMk cId="165394681" sldId="5306"/>
            <ac:spMk id="21" creationId="{D242C124-33C8-4163-B508-45CA86324F3E}"/>
          </ac:spMkLst>
        </pc:spChg>
        <pc:spChg chg="add mod">
          <ac:chgData name="Jimmy GUERTIN" userId="60d5e20f-7699-43de-98b7-f4234786abe8" providerId="ADAL" clId="{69AD6934-BA48-C84E-A3FE-69B8E5D6B7CD}" dt="2025-04-01T07:40:45.238" v="5159" actId="1038"/>
          <ac:spMkLst>
            <pc:docMk/>
            <pc:sldMk cId="165394681" sldId="5306"/>
            <ac:spMk id="22" creationId="{9F444336-B2DB-9CC3-C13A-EB076DEC7400}"/>
          </ac:spMkLst>
        </pc:spChg>
        <pc:spChg chg="add mod">
          <ac:chgData name="Jimmy GUERTIN" userId="60d5e20f-7699-43de-98b7-f4234786abe8" providerId="ADAL" clId="{69AD6934-BA48-C84E-A3FE-69B8E5D6B7CD}" dt="2025-04-01T07:40:45.238" v="5159" actId="1038"/>
          <ac:spMkLst>
            <pc:docMk/>
            <pc:sldMk cId="165394681" sldId="5306"/>
            <ac:spMk id="23" creationId="{7BE8F047-7221-4D10-52FC-5AB3FE2049EB}"/>
          </ac:spMkLst>
        </pc:spChg>
        <pc:spChg chg="add mod">
          <ac:chgData name="Jimmy GUERTIN" userId="60d5e20f-7699-43de-98b7-f4234786abe8" providerId="ADAL" clId="{69AD6934-BA48-C84E-A3FE-69B8E5D6B7CD}" dt="2025-03-27T14:01:37.067" v="3812" actId="1076"/>
          <ac:spMkLst>
            <pc:docMk/>
            <pc:sldMk cId="165394681" sldId="5306"/>
            <ac:spMk id="30" creationId="{E48FB1F0-43AC-EC62-4D58-210521FDEB15}"/>
          </ac:spMkLst>
        </pc:spChg>
        <pc:spChg chg="mod">
          <ac:chgData name="Jimmy GUERTIN" userId="60d5e20f-7699-43de-98b7-f4234786abe8" providerId="ADAL" clId="{69AD6934-BA48-C84E-A3FE-69B8E5D6B7CD}" dt="2025-04-01T07:40:45.238" v="5159" actId="1038"/>
          <ac:spMkLst>
            <pc:docMk/>
            <pc:sldMk cId="165394681" sldId="5306"/>
            <ac:spMk id="31" creationId="{18393FE6-78F3-46CE-36CC-DAAD13C6986F}"/>
          </ac:spMkLst>
        </pc:spChg>
        <pc:spChg chg="add mod">
          <ac:chgData name="Jimmy GUERTIN" userId="60d5e20f-7699-43de-98b7-f4234786abe8" providerId="ADAL" clId="{69AD6934-BA48-C84E-A3FE-69B8E5D6B7CD}" dt="2025-04-02T15:18:14.342" v="12302" actId="20577"/>
          <ac:spMkLst>
            <pc:docMk/>
            <pc:sldMk cId="165394681" sldId="5306"/>
            <ac:spMk id="32" creationId="{8E09094E-9229-EA31-D3E3-C54CD692D00A}"/>
          </ac:spMkLst>
        </pc:spChg>
        <pc:spChg chg="add mod">
          <ac:chgData name="Jimmy GUERTIN" userId="60d5e20f-7699-43de-98b7-f4234786abe8" providerId="ADAL" clId="{69AD6934-BA48-C84E-A3FE-69B8E5D6B7CD}" dt="2025-04-01T07:40:45.238" v="5159" actId="1038"/>
          <ac:spMkLst>
            <pc:docMk/>
            <pc:sldMk cId="165394681" sldId="5306"/>
            <ac:spMk id="33" creationId="{BAD7A9AB-FF23-4E9C-AC87-160B0E2CD0F0}"/>
          </ac:spMkLst>
        </pc:spChg>
        <pc:spChg chg="mod">
          <ac:chgData name="Jimmy GUERTIN" userId="60d5e20f-7699-43de-98b7-f4234786abe8" providerId="ADAL" clId="{69AD6934-BA48-C84E-A3FE-69B8E5D6B7CD}" dt="2025-04-01T07:40:45.238" v="5159" actId="1038"/>
          <ac:spMkLst>
            <pc:docMk/>
            <pc:sldMk cId="165394681" sldId="5306"/>
            <ac:spMk id="34" creationId="{0767E7C3-A801-4542-D6A1-E22CE1E9543F}"/>
          </ac:spMkLst>
        </pc:spChg>
        <pc:spChg chg="add mod">
          <ac:chgData name="Jimmy GUERTIN" userId="60d5e20f-7699-43de-98b7-f4234786abe8" providerId="ADAL" clId="{69AD6934-BA48-C84E-A3FE-69B8E5D6B7CD}" dt="2025-04-01T07:40:45.238" v="5159" actId="1038"/>
          <ac:spMkLst>
            <pc:docMk/>
            <pc:sldMk cId="165394681" sldId="5306"/>
            <ac:spMk id="35" creationId="{B3D1C981-F0CA-6EC7-508F-06F72BB08573}"/>
          </ac:spMkLst>
        </pc:spChg>
        <pc:spChg chg="add mod">
          <ac:chgData name="Jimmy GUERTIN" userId="60d5e20f-7699-43de-98b7-f4234786abe8" providerId="ADAL" clId="{69AD6934-BA48-C84E-A3FE-69B8E5D6B7CD}" dt="2025-03-27T14:01:37.067" v="3812" actId="1076"/>
          <ac:spMkLst>
            <pc:docMk/>
            <pc:sldMk cId="165394681" sldId="5306"/>
            <ac:spMk id="36" creationId="{73EA47BD-4B7C-F35B-05EB-29A6992C71C3}"/>
          </ac:spMkLst>
        </pc:spChg>
        <pc:spChg chg="mod">
          <ac:chgData name="Jimmy GUERTIN" userId="60d5e20f-7699-43de-98b7-f4234786abe8" providerId="ADAL" clId="{69AD6934-BA48-C84E-A3FE-69B8E5D6B7CD}" dt="2025-04-01T07:40:45.238" v="5159" actId="1038"/>
          <ac:spMkLst>
            <pc:docMk/>
            <pc:sldMk cId="165394681" sldId="5306"/>
            <ac:spMk id="38" creationId="{65B9A641-AF6F-DA1F-2E8E-23AC60D250CB}"/>
          </ac:spMkLst>
        </pc:spChg>
        <pc:spChg chg="add mod">
          <ac:chgData name="Jimmy GUERTIN" userId="60d5e20f-7699-43de-98b7-f4234786abe8" providerId="ADAL" clId="{69AD6934-BA48-C84E-A3FE-69B8E5D6B7CD}" dt="2025-03-27T14:00:05.125" v="3784" actId="1076"/>
          <ac:spMkLst>
            <pc:docMk/>
            <pc:sldMk cId="165394681" sldId="5306"/>
            <ac:spMk id="39" creationId="{0080A973-9770-D3C6-D419-75A73E32E527}"/>
          </ac:spMkLst>
        </pc:spChg>
        <pc:spChg chg="add mod">
          <ac:chgData name="Jimmy GUERTIN" userId="60d5e20f-7699-43de-98b7-f4234786abe8" providerId="ADAL" clId="{69AD6934-BA48-C84E-A3FE-69B8E5D6B7CD}" dt="2025-04-03T09:53:19.450" v="13616" actId="14100"/>
          <ac:spMkLst>
            <pc:docMk/>
            <pc:sldMk cId="165394681" sldId="5306"/>
            <ac:spMk id="42" creationId="{EF7BE2A6-C021-9687-A055-97CBC51D88DF}"/>
          </ac:spMkLst>
        </pc:spChg>
        <pc:spChg chg="add mod">
          <ac:chgData name="Jimmy GUERTIN" userId="60d5e20f-7699-43de-98b7-f4234786abe8" providerId="ADAL" clId="{69AD6934-BA48-C84E-A3FE-69B8E5D6B7CD}" dt="2025-04-01T07:41:06.373" v="5179" actId="1037"/>
          <ac:spMkLst>
            <pc:docMk/>
            <pc:sldMk cId="165394681" sldId="5306"/>
            <ac:spMk id="43" creationId="{A0A25BFC-80B2-2D13-03EC-265909668223}"/>
          </ac:spMkLst>
        </pc:spChg>
        <pc:spChg chg="add mod">
          <ac:chgData name="Jimmy GUERTIN" userId="60d5e20f-7699-43de-98b7-f4234786abe8" providerId="ADAL" clId="{69AD6934-BA48-C84E-A3FE-69B8E5D6B7CD}" dt="2025-04-01T07:41:06.373" v="5179" actId="1037"/>
          <ac:spMkLst>
            <pc:docMk/>
            <pc:sldMk cId="165394681" sldId="5306"/>
            <ac:spMk id="44" creationId="{11785412-77EA-5879-CE85-D85B0698FFD1}"/>
          </ac:spMkLst>
        </pc:spChg>
        <pc:spChg chg="add mod">
          <ac:chgData name="Jimmy GUERTIN" userId="60d5e20f-7699-43de-98b7-f4234786abe8" providerId="ADAL" clId="{69AD6934-BA48-C84E-A3FE-69B8E5D6B7CD}" dt="2025-04-01T07:41:06.373" v="5179" actId="1037"/>
          <ac:spMkLst>
            <pc:docMk/>
            <pc:sldMk cId="165394681" sldId="5306"/>
            <ac:spMk id="45" creationId="{AAC98F7B-FC28-9BF3-C3CB-1CC64990B6E8}"/>
          </ac:spMkLst>
        </pc:spChg>
        <pc:spChg chg="add mod">
          <ac:chgData name="Jimmy GUERTIN" userId="60d5e20f-7699-43de-98b7-f4234786abe8" providerId="ADAL" clId="{69AD6934-BA48-C84E-A3FE-69B8E5D6B7CD}" dt="2025-04-01T07:41:06.373" v="5179" actId="1037"/>
          <ac:spMkLst>
            <pc:docMk/>
            <pc:sldMk cId="165394681" sldId="5306"/>
            <ac:spMk id="46" creationId="{AB904FE1-F129-369A-36C4-D79F4E755F7E}"/>
          </ac:spMkLst>
        </pc:spChg>
        <pc:spChg chg="add mod">
          <ac:chgData name="Jimmy GUERTIN" userId="60d5e20f-7699-43de-98b7-f4234786abe8" providerId="ADAL" clId="{69AD6934-BA48-C84E-A3FE-69B8E5D6B7CD}" dt="2025-04-01T07:41:06.373" v="5179" actId="1037"/>
          <ac:spMkLst>
            <pc:docMk/>
            <pc:sldMk cId="165394681" sldId="5306"/>
            <ac:spMk id="47" creationId="{7907F66D-82FD-2756-46FE-8EE684BEF0A0}"/>
          </ac:spMkLst>
        </pc:spChg>
        <pc:spChg chg="add mod">
          <ac:chgData name="Jimmy GUERTIN" userId="60d5e20f-7699-43de-98b7-f4234786abe8" providerId="ADAL" clId="{69AD6934-BA48-C84E-A3FE-69B8E5D6B7CD}" dt="2025-04-01T07:41:06.373" v="5179" actId="1037"/>
          <ac:spMkLst>
            <pc:docMk/>
            <pc:sldMk cId="165394681" sldId="5306"/>
            <ac:spMk id="48" creationId="{7B26BB0B-780D-A8F1-55FD-3452FE66BD7C}"/>
          </ac:spMkLst>
        </pc:spChg>
        <pc:spChg chg="add mod">
          <ac:chgData name="Jimmy GUERTIN" userId="60d5e20f-7699-43de-98b7-f4234786abe8" providerId="ADAL" clId="{69AD6934-BA48-C84E-A3FE-69B8E5D6B7CD}" dt="2025-04-01T07:41:06.373" v="5179" actId="1037"/>
          <ac:spMkLst>
            <pc:docMk/>
            <pc:sldMk cId="165394681" sldId="5306"/>
            <ac:spMk id="49" creationId="{747F9744-F159-1499-C51B-B293D899022A}"/>
          </ac:spMkLst>
        </pc:spChg>
        <pc:picChg chg="mod">
          <ac:chgData name="Jimmy GUERTIN" userId="60d5e20f-7699-43de-98b7-f4234786abe8" providerId="ADAL" clId="{69AD6934-BA48-C84E-A3FE-69B8E5D6B7CD}" dt="2025-03-27T14:35:34.149" v="3845" actId="1076"/>
          <ac:picMkLst>
            <pc:docMk/>
            <pc:sldMk cId="165394681" sldId="5306"/>
            <ac:picMk id="4" creationId="{0B6B825D-F666-7969-02B6-BB019738570E}"/>
          </ac:picMkLst>
        </pc:picChg>
      </pc:sldChg>
      <pc:sldChg chg="modSp del mod">
        <pc:chgData name="Jimmy GUERTIN" userId="60d5e20f-7699-43de-98b7-f4234786abe8" providerId="ADAL" clId="{69AD6934-BA48-C84E-A3FE-69B8E5D6B7CD}" dt="2025-03-27T14:47:32.747" v="3957" actId="2696"/>
        <pc:sldMkLst>
          <pc:docMk/>
          <pc:sldMk cId="1049544946" sldId="5307"/>
        </pc:sldMkLst>
      </pc:sldChg>
      <pc:sldChg chg="del">
        <pc:chgData name="Jimmy GUERTIN" userId="60d5e20f-7699-43de-98b7-f4234786abe8" providerId="ADAL" clId="{69AD6934-BA48-C84E-A3FE-69B8E5D6B7CD}" dt="2025-03-27T14:47:32.742" v="3956" actId="2696"/>
        <pc:sldMkLst>
          <pc:docMk/>
          <pc:sldMk cId="4227448560" sldId="5308"/>
        </pc:sldMkLst>
      </pc:sldChg>
      <pc:sldChg chg="modSp add mod">
        <pc:chgData name="Jimmy GUERTIN" userId="60d5e20f-7699-43de-98b7-f4234786abe8" providerId="ADAL" clId="{69AD6934-BA48-C84E-A3FE-69B8E5D6B7CD}" dt="2025-04-03T14:58:49.304" v="14497" actId="20577"/>
        <pc:sldMkLst>
          <pc:docMk/>
          <pc:sldMk cId="1307368325" sldId="5362"/>
        </pc:sldMkLst>
        <pc:spChg chg="mod">
          <ac:chgData name="Jimmy GUERTIN" userId="60d5e20f-7699-43de-98b7-f4234786abe8" providerId="ADAL" clId="{69AD6934-BA48-C84E-A3FE-69B8E5D6B7CD}" dt="2025-04-02T13:15:07.012" v="10299" actId="20577"/>
          <ac:spMkLst>
            <pc:docMk/>
            <pc:sldMk cId="1307368325" sldId="5362"/>
            <ac:spMk id="2" creationId="{6F811B60-168B-F3FC-C555-FEC0150AF9AD}"/>
          </ac:spMkLst>
        </pc:spChg>
        <pc:spChg chg="mod">
          <ac:chgData name="Jimmy GUERTIN" userId="60d5e20f-7699-43de-98b7-f4234786abe8" providerId="ADAL" clId="{69AD6934-BA48-C84E-A3FE-69B8E5D6B7CD}" dt="2025-04-01T14:58:08.358" v="8788" actId="1037"/>
          <ac:spMkLst>
            <pc:docMk/>
            <pc:sldMk cId="1307368325" sldId="5362"/>
            <ac:spMk id="4" creationId="{642CA438-BFFB-DC37-9E1D-A2DAF2B7A471}"/>
          </ac:spMkLst>
        </pc:spChg>
        <pc:spChg chg="mod">
          <ac:chgData name="Jimmy GUERTIN" userId="60d5e20f-7699-43de-98b7-f4234786abe8" providerId="ADAL" clId="{69AD6934-BA48-C84E-A3FE-69B8E5D6B7CD}" dt="2025-04-03T14:58:49.304" v="14497" actId="20577"/>
          <ac:spMkLst>
            <pc:docMk/>
            <pc:sldMk cId="1307368325" sldId="5362"/>
            <ac:spMk id="6" creationId="{6CFC8954-F846-8F9D-365B-6F079905F8D9}"/>
          </ac:spMkLst>
        </pc:spChg>
        <pc:spChg chg="mod">
          <ac:chgData name="Jimmy GUERTIN" userId="60d5e20f-7699-43de-98b7-f4234786abe8" providerId="ADAL" clId="{69AD6934-BA48-C84E-A3FE-69B8E5D6B7CD}" dt="2025-04-02T13:18:59.576" v="10367" actId="6549"/>
          <ac:spMkLst>
            <pc:docMk/>
            <pc:sldMk cId="1307368325" sldId="5362"/>
            <ac:spMk id="13" creationId="{CBBCA783-1CF1-B71C-EDFB-9E3A44B270A0}"/>
          </ac:spMkLst>
        </pc:spChg>
        <pc:spChg chg="mod">
          <ac:chgData name="Jimmy GUERTIN" userId="60d5e20f-7699-43de-98b7-f4234786abe8" providerId="ADAL" clId="{69AD6934-BA48-C84E-A3FE-69B8E5D6B7CD}" dt="2025-04-02T13:14:11.871" v="10274" actId="20577"/>
          <ac:spMkLst>
            <pc:docMk/>
            <pc:sldMk cId="1307368325" sldId="5362"/>
            <ac:spMk id="14" creationId="{A3DB7295-F675-C852-8404-0F6FE6633495}"/>
          </ac:spMkLst>
        </pc:spChg>
        <pc:spChg chg="mod">
          <ac:chgData name="Jimmy GUERTIN" userId="60d5e20f-7699-43de-98b7-f4234786abe8" providerId="ADAL" clId="{69AD6934-BA48-C84E-A3FE-69B8E5D6B7CD}" dt="2025-04-01T14:58:08.358" v="8788" actId="1037"/>
          <ac:spMkLst>
            <pc:docMk/>
            <pc:sldMk cId="1307368325" sldId="5362"/>
            <ac:spMk id="18" creationId="{BE60CD44-5214-858A-C03C-1765252E8E11}"/>
          </ac:spMkLst>
        </pc:spChg>
        <pc:spChg chg="mod">
          <ac:chgData name="Jimmy GUERTIN" userId="60d5e20f-7699-43de-98b7-f4234786abe8" providerId="ADAL" clId="{69AD6934-BA48-C84E-A3FE-69B8E5D6B7CD}" dt="2025-04-01T14:58:08.358" v="8788" actId="1037"/>
          <ac:spMkLst>
            <pc:docMk/>
            <pc:sldMk cId="1307368325" sldId="5362"/>
            <ac:spMk id="19" creationId="{FD21EFA1-93C6-E5E4-B5F2-37168C42DEE1}"/>
          </ac:spMkLst>
        </pc:spChg>
        <pc:spChg chg="mod">
          <ac:chgData name="Jimmy GUERTIN" userId="60d5e20f-7699-43de-98b7-f4234786abe8" providerId="ADAL" clId="{69AD6934-BA48-C84E-A3FE-69B8E5D6B7CD}" dt="2025-04-01T14:58:08.358" v="8788" actId="1037"/>
          <ac:spMkLst>
            <pc:docMk/>
            <pc:sldMk cId="1307368325" sldId="5362"/>
            <ac:spMk id="20" creationId="{188DFE1F-B0CB-03C5-0174-851222320001}"/>
          </ac:spMkLst>
        </pc:spChg>
        <pc:cxnChg chg="mod">
          <ac:chgData name="Jimmy GUERTIN" userId="60d5e20f-7699-43de-98b7-f4234786abe8" providerId="ADAL" clId="{69AD6934-BA48-C84E-A3FE-69B8E5D6B7CD}" dt="2025-04-01T14:58:08.358" v="8788" actId="1037"/>
          <ac:cxnSpMkLst>
            <pc:docMk/>
            <pc:sldMk cId="1307368325" sldId="5362"/>
            <ac:cxnSpMk id="5" creationId="{D66FE8E6-44CE-34BD-30FA-1805FF0DB452}"/>
          </ac:cxnSpMkLst>
        </pc:cxnChg>
        <pc:cxnChg chg="mod">
          <ac:chgData name="Jimmy GUERTIN" userId="60d5e20f-7699-43de-98b7-f4234786abe8" providerId="ADAL" clId="{69AD6934-BA48-C84E-A3FE-69B8E5D6B7CD}" dt="2025-04-01T14:58:08.358" v="8788" actId="1037"/>
          <ac:cxnSpMkLst>
            <pc:docMk/>
            <pc:sldMk cId="1307368325" sldId="5362"/>
            <ac:cxnSpMk id="16" creationId="{2D337807-D52E-9227-9D49-6919236A75E4}"/>
          </ac:cxnSpMkLst>
        </pc:cxnChg>
      </pc:sldChg>
      <pc:sldChg chg="modSp add mod">
        <pc:chgData name="Jimmy GUERTIN" userId="60d5e20f-7699-43de-98b7-f4234786abe8" providerId="ADAL" clId="{69AD6934-BA48-C84E-A3FE-69B8E5D6B7CD}" dt="2025-04-03T14:59:10.798" v="14520" actId="20577"/>
        <pc:sldMkLst>
          <pc:docMk/>
          <pc:sldMk cId="782152074" sldId="2147375888"/>
        </pc:sldMkLst>
        <pc:spChg chg="mod">
          <ac:chgData name="Jimmy GUERTIN" userId="60d5e20f-7699-43de-98b7-f4234786abe8" providerId="ADAL" clId="{69AD6934-BA48-C84E-A3FE-69B8E5D6B7CD}" dt="2025-04-03T14:59:10.798" v="14520" actId="20577"/>
          <ac:spMkLst>
            <pc:docMk/>
            <pc:sldMk cId="782152074" sldId="2147375888"/>
            <ac:spMk id="3" creationId="{3C9F474D-F4E1-C097-8ED2-4D460FA5CDD7}"/>
          </ac:spMkLst>
        </pc:spChg>
      </pc:sldChg>
      <pc:sldChg chg="addSp delSp modSp add del mod modAnim">
        <pc:chgData name="Jimmy GUERTIN" userId="60d5e20f-7699-43de-98b7-f4234786abe8" providerId="ADAL" clId="{69AD6934-BA48-C84E-A3FE-69B8E5D6B7CD}" dt="2025-04-08T13:39:56.944" v="16405" actId="113"/>
        <pc:sldMkLst>
          <pc:docMk/>
          <pc:sldMk cId="2875331974" sldId="2147375890"/>
        </pc:sldMkLst>
        <pc:spChg chg="mod">
          <ac:chgData name="Jimmy GUERTIN" userId="60d5e20f-7699-43de-98b7-f4234786abe8" providerId="ADAL" clId="{69AD6934-BA48-C84E-A3FE-69B8E5D6B7CD}" dt="2025-04-03T15:03:32.154" v="14650"/>
          <ac:spMkLst>
            <pc:docMk/>
            <pc:sldMk cId="2875331974" sldId="2147375890"/>
            <ac:spMk id="2" creationId="{94C9F4F3-32C5-9ED7-154D-4C8AF4B07237}"/>
          </ac:spMkLst>
        </pc:spChg>
        <pc:spChg chg="add mod">
          <ac:chgData name="Jimmy GUERTIN" userId="60d5e20f-7699-43de-98b7-f4234786abe8" providerId="ADAL" clId="{69AD6934-BA48-C84E-A3FE-69B8E5D6B7CD}" dt="2025-04-03T12:16:03.513" v="14313" actId="113"/>
          <ac:spMkLst>
            <pc:docMk/>
            <pc:sldMk cId="2875331974" sldId="2147375890"/>
            <ac:spMk id="3" creationId="{D1C3CBBC-FA20-4BCF-6C6F-B3581D1DDAE3}"/>
          </ac:spMkLst>
        </pc:spChg>
        <pc:spChg chg="add mod">
          <ac:chgData name="Jimmy GUERTIN" userId="60d5e20f-7699-43de-98b7-f4234786abe8" providerId="ADAL" clId="{69AD6934-BA48-C84E-A3FE-69B8E5D6B7CD}" dt="2025-04-08T13:39:56.944" v="16405" actId="113"/>
          <ac:spMkLst>
            <pc:docMk/>
            <pc:sldMk cId="2875331974" sldId="2147375890"/>
            <ac:spMk id="6" creationId="{04FD22BD-F385-FDEB-9F06-CC1A4890D4C9}"/>
          </ac:spMkLst>
        </pc:spChg>
        <pc:spChg chg="mod">
          <ac:chgData name="Jimmy GUERTIN" userId="60d5e20f-7699-43de-98b7-f4234786abe8" providerId="ADAL" clId="{69AD6934-BA48-C84E-A3FE-69B8E5D6B7CD}" dt="2025-04-07T07:36:33.171" v="14998" actId="20577"/>
          <ac:spMkLst>
            <pc:docMk/>
            <pc:sldMk cId="2875331974" sldId="2147375890"/>
            <ac:spMk id="8" creationId="{8B157665-C94B-64AF-43B5-F67BCF533A3F}"/>
          </ac:spMkLst>
        </pc:spChg>
        <pc:spChg chg="mod">
          <ac:chgData name="Jimmy GUERTIN" userId="60d5e20f-7699-43de-98b7-f4234786abe8" providerId="ADAL" clId="{69AD6934-BA48-C84E-A3FE-69B8E5D6B7CD}" dt="2025-04-01T12:45:52.423" v="7910" actId="255"/>
          <ac:spMkLst>
            <pc:docMk/>
            <pc:sldMk cId="2875331974" sldId="2147375890"/>
            <ac:spMk id="15" creationId="{515C0CAB-26EB-ED67-8C82-083D9E2B4C8A}"/>
          </ac:spMkLst>
        </pc:spChg>
        <pc:picChg chg="add mod">
          <ac:chgData name="Jimmy GUERTIN" userId="60d5e20f-7699-43de-98b7-f4234786abe8" providerId="ADAL" clId="{69AD6934-BA48-C84E-A3FE-69B8E5D6B7CD}" dt="2025-03-27T13:49:10.880" v="3465" actId="1076"/>
          <ac:picMkLst>
            <pc:docMk/>
            <pc:sldMk cId="2875331974" sldId="2147375890"/>
            <ac:picMk id="4" creationId="{1C99598B-C7D5-C1A3-C0B9-3CFBF4B3987D}"/>
          </ac:picMkLst>
        </pc:picChg>
        <pc:picChg chg="add mod">
          <ac:chgData name="Jimmy GUERTIN" userId="60d5e20f-7699-43de-98b7-f4234786abe8" providerId="ADAL" clId="{69AD6934-BA48-C84E-A3FE-69B8E5D6B7CD}" dt="2025-03-27T13:49:20.318" v="3466" actId="1076"/>
          <ac:picMkLst>
            <pc:docMk/>
            <pc:sldMk cId="2875331974" sldId="2147375890"/>
            <ac:picMk id="7" creationId="{375F9B19-527E-04F5-7A0D-95320806BD92}"/>
          </ac:picMkLst>
        </pc:picChg>
        <pc:picChg chg="add mod">
          <ac:chgData name="Jimmy GUERTIN" userId="60d5e20f-7699-43de-98b7-f4234786abe8" providerId="ADAL" clId="{69AD6934-BA48-C84E-A3FE-69B8E5D6B7CD}" dt="2025-04-08T09:21:15.494" v="16360" actId="167"/>
          <ac:picMkLst>
            <pc:docMk/>
            <pc:sldMk cId="2875331974" sldId="2147375890"/>
            <ac:picMk id="9" creationId="{6FD86277-82CB-9333-C861-BC5E2259B805}"/>
          </ac:picMkLst>
        </pc:picChg>
        <pc:picChg chg="add mod">
          <ac:chgData name="Jimmy GUERTIN" userId="60d5e20f-7699-43de-98b7-f4234786abe8" providerId="ADAL" clId="{69AD6934-BA48-C84E-A3FE-69B8E5D6B7CD}" dt="2025-03-19T16:21:27.869" v="1091" actId="1076"/>
          <ac:picMkLst>
            <pc:docMk/>
            <pc:sldMk cId="2875331974" sldId="2147375890"/>
            <ac:picMk id="24" creationId="{46802393-0DCB-A79B-EA9F-8FDE76A9256B}"/>
          </ac:picMkLst>
        </pc:picChg>
        <pc:picChg chg="add del mod">
          <ac:chgData name="Jimmy GUERTIN" userId="60d5e20f-7699-43de-98b7-f4234786abe8" providerId="ADAL" clId="{69AD6934-BA48-C84E-A3FE-69B8E5D6B7CD}" dt="2025-04-08T09:20:34.051" v="16352" actId="478"/>
          <ac:picMkLst>
            <pc:docMk/>
            <pc:sldMk cId="2875331974" sldId="2147375890"/>
            <ac:picMk id="1026" creationId="{4C6FDCDE-7A84-99F4-74DE-1736040E2068}"/>
          </ac:picMkLst>
        </pc:picChg>
      </pc:sldChg>
      <pc:sldChg chg="addSp delSp modSp add mod">
        <pc:chgData name="Jimmy GUERTIN" userId="60d5e20f-7699-43de-98b7-f4234786abe8" providerId="ADAL" clId="{69AD6934-BA48-C84E-A3FE-69B8E5D6B7CD}" dt="2025-04-03T12:25:25.070" v="14350" actId="113"/>
        <pc:sldMkLst>
          <pc:docMk/>
          <pc:sldMk cId="2580955941" sldId="2147375897"/>
        </pc:sldMkLst>
        <pc:spChg chg="add mod">
          <ac:chgData name="Jimmy GUERTIN" userId="60d5e20f-7699-43de-98b7-f4234786abe8" providerId="ADAL" clId="{69AD6934-BA48-C84E-A3FE-69B8E5D6B7CD}" dt="2025-03-20T09:04:19.338" v="3087" actId="20577"/>
          <ac:spMkLst>
            <pc:docMk/>
            <pc:sldMk cId="2580955941" sldId="2147375897"/>
            <ac:spMk id="2" creationId="{15C950CA-912C-07E2-2BF4-CBF3AD19AF7B}"/>
          </ac:spMkLst>
        </pc:spChg>
        <pc:spChg chg="add mod">
          <ac:chgData name="Jimmy GUERTIN" userId="60d5e20f-7699-43de-98b7-f4234786abe8" providerId="ADAL" clId="{69AD6934-BA48-C84E-A3FE-69B8E5D6B7CD}" dt="2025-03-20T09:04:16.327" v="3084" actId="20577"/>
          <ac:spMkLst>
            <pc:docMk/>
            <pc:sldMk cId="2580955941" sldId="2147375897"/>
            <ac:spMk id="3" creationId="{1A042672-76D4-5C0F-7094-436BFCCAA1A2}"/>
          </ac:spMkLst>
        </pc:spChg>
        <pc:spChg chg="add mod">
          <ac:chgData name="Jimmy GUERTIN" userId="60d5e20f-7699-43de-98b7-f4234786abe8" providerId="ADAL" clId="{69AD6934-BA48-C84E-A3FE-69B8E5D6B7CD}" dt="2025-04-03T12:25:25.070" v="14350" actId="113"/>
          <ac:spMkLst>
            <pc:docMk/>
            <pc:sldMk cId="2580955941" sldId="2147375897"/>
            <ac:spMk id="4" creationId="{295AAAA3-2B54-D18B-D135-854B384C4FB8}"/>
          </ac:spMkLst>
        </pc:spChg>
        <pc:spChg chg="add mod">
          <ac:chgData name="Jimmy GUERTIN" userId="60d5e20f-7699-43de-98b7-f4234786abe8" providerId="ADAL" clId="{69AD6934-BA48-C84E-A3FE-69B8E5D6B7CD}" dt="2025-04-03T12:25:25.070" v="14350" actId="113"/>
          <ac:spMkLst>
            <pc:docMk/>
            <pc:sldMk cId="2580955941" sldId="2147375897"/>
            <ac:spMk id="5" creationId="{2FA1AFED-8BDD-BAF5-D958-87BE77BFA2F3}"/>
          </ac:spMkLst>
        </pc:spChg>
        <pc:spChg chg="add mod">
          <ac:chgData name="Jimmy GUERTIN" userId="60d5e20f-7699-43de-98b7-f4234786abe8" providerId="ADAL" clId="{69AD6934-BA48-C84E-A3FE-69B8E5D6B7CD}" dt="2025-04-03T12:25:25.070" v="14350" actId="113"/>
          <ac:spMkLst>
            <pc:docMk/>
            <pc:sldMk cId="2580955941" sldId="2147375897"/>
            <ac:spMk id="6" creationId="{5F5D9F50-3E92-07B0-1072-886B8C61F04D}"/>
          </ac:spMkLst>
        </pc:spChg>
        <pc:spChg chg="add mod">
          <ac:chgData name="Jimmy GUERTIN" userId="60d5e20f-7699-43de-98b7-f4234786abe8" providerId="ADAL" clId="{69AD6934-BA48-C84E-A3FE-69B8E5D6B7CD}" dt="2025-03-20T08:57:57.097" v="2911" actId="1037"/>
          <ac:spMkLst>
            <pc:docMk/>
            <pc:sldMk cId="2580955941" sldId="2147375897"/>
            <ac:spMk id="7" creationId="{41224108-3789-591B-FE6E-5BCB97B7445B}"/>
          </ac:spMkLst>
        </pc:spChg>
        <pc:spChg chg="add mod">
          <ac:chgData name="Jimmy GUERTIN" userId="60d5e20f-7699-43de-98b7-f4234786abe8" providerId="ADAL" clId="{69AD6934-BA48-C84E-A3FE-69B8E5D6B7CD}" dt="2025-04-03T12:25:25.070" v="14350" actId="113"/>
          <ac:spMkLst>
            <pc:docMk/>
            <pc:sldMk cId="2580955941" sldId="2147375897"/>
            <ac:spMk id="8" creationId="{A855CA48-ECF2-C549-BF26-1E05E0878710}"/>
          </ac:spMkLst>
        </pc:spChg>
        <pc:spChg chg="mod">
          <ac:chgData name="Jimmy GUERTIN" userId="60d5e20f-7699-43de-98b7-f4234786abe8" providerId="ADAL" clId="{69AD6934-BA48-C84E-A3FE-69B8E5D6B7CD}" dt="2025-03-31T07:38:49.475" v="4366" actId="1076"/>
          <ac:spMkLst>
            <pc:docMk/>
            <pc:sldMk cId="2580955941" sldId="2147375897"/>
            <ac:spMk id="9" creationId="{87680016-78CB-5D3F-1EC6-B2D3DF799E5D}"/>
          </ac:spMkLst>
        </pc:spChg>
        <pc:spChg chg="add mod">
          <ac:chgData name="Jimmy GUERTIN" userId="60d5e20f-7699-43de-98b7-f4234786abe8" providerId="ADAL" clId="{69AD6934-BA48-C84E-A3FE-69B8E5D6B7CD}" dt="2025-03-31T07:38:58.331" v="4367" actId="1076"/>
          <ac:spMkLst>
            <pc:docMk/>
            <pc:sldMk cId="2580955941" sldId="2147375897"/>
            <ac:spMk id="10" creationId="{1FB7A4F1-A33C-05EF-6CBC-A6B245963D63}"/>
          </ac:spMkLst>
        </pc:spChg>
        <pc:spChg chg="mod">
          <ac:chgData name="Jimmy GUERTIN" userId="60d5e20f-7699-43de-98b7-f4234786abe8" providerId="ADAL" clId="{69AD6934-BA48-C84E-A3FE-69B8E5D6B7CD}" dt="2025-03-31T07:38:58.331" v="4367" actId="1076"/>
          <ac:spMkLst>
            <pc:docMk/>
            <pc:sldMk cId="2580955941" sldId="2147375897"/>
            <ac:spMk id="11" creationId="{B32509E6-8BB6-5F6D-0E74-B35EF767710C}"/>
          </ac:spMkLst>
        </pc:spChg>
        <pc:spChg chg="add mod">
          <ac:chgData name="Jimmy GUERTIN" userId="60d5e20f-7699-43de-98b7-f4234786abe8" providerId="ADAL" clId="{69AD6934-BA48-C84E-A3FE-69B8E5D6B7CD}" dt="2025-03-31T07:38:58.331" v="4367" actId="1076"/>
          <ac:spMkLst>
            <pc:docMk/>
            <pc:sldMk cId="2580955941" sldId="2147375897"/>
            <ac:spMk id="12" creationId="{56B07677-896E-E807-6BB4-48B6BE302521}"/>
          </ac:spMkLst>
        </pc:spChg>
        <pc:spChg chg="mod">
          <ac:chgData name="Jimmy GUERTIN" userId="60d5e20f-7699-43de-98b7-f4234786abe8" providerId="ADAL" clId="{69AD6934-BA48-C84E-A3FE-69B8E5D6B7CD}" dt="2025-03-19T16:19:59.285" v="1078" actId="20577"/>
          <ac:spMkLst>
            <pc:docMk/>
            <pc:sldMk cId="2580955941" sldId="2147375897"/>
            <ac:spMk id="13" creationId="{10AA2105-C3C7-B96D-FA86-8C60D564E541}"/>
          </ac:spMkLst>
        </pc:spChg>
        <pc:spChg chg="mod">
          <ac:chgData name="Jimmy GUERTIN" userId="60d5e20f-7699-43de-98b7-f4234786abe8" providerId="ADAL" clId="{69AD6934-BA48-C84E-A3FE-69B8E5D6B7CD}" dt="2025-03-19T16:19:55.850" v="1072" actId="20577"/>
          <ac:spMkLst>
            <pc:docMk/>
            <pc:sldMk cId="2580955941" sldId="2147375897"/>
            <ac:spMk id="14" creationId="{D3E11B4F-D149-9A40-BE50-A07FE4070DA0}"/>
          </ac:spMkLst>
        </pc:spChg>
        <pc:spChg chg="add mod">
          <ac:chgData name="Jimmy GUERTIN" userId="60d5e20f-7699-43de-98b7-f4234786abe8" providerId="ADAL" clId="{69AD6934-BA48-C84E-A3FE-69B8E5D6B7CD}" dt="2025-03-20T09:02:12.565" v="3069" actId="20577"/>
          <ac:spMkLst>
            <pc:docMk/>
            <pc:sldMk cId="2580955941" sldId="2147375897"/>
            <ac:spMk id="15" creationId="{BBBC4D49-D42E-952C-B252-7E98BA0DB2B5}"/>
          </ac:spMkLst>
        </pc:spChg>
        <pc:spChg chg="add mod">
          <ac:chgData name="Jimmy GUERTIN" userId="60d5e20f-7699-43de-98b7-f4234786abe8" providerId="ADAL" clId="{69AD6934-BA48-C84E-A3FE-69B8E5D6B7CD}" dt="2025-04-01T12:56:37.554" v="7917" actId="1035"/>
          <ac:spMkLst>
            <pc:docMk/>
            <pc:sldMk cId="2580955941" sldId="2147375897"/>
            <ac:spMk id="16" creationId="{10201484-6640-E2F1-4B01-33777A93762D}"/>
          </ac:spMkLst>
        </pc:spChg>
        <pc:spChg chg="add mod">
          <ac:chgData name="Jimmy GUERTIN" userId="60d5e20f-7699-43de-98b7-f4234786abe8" providerId="ADAL" clId="{69AD6934-BA48-C84E-A3FE-69B8E5D6B7CD}" dt="2025-04-01T12:57:59.726" v="7922" actId="1035"/>
          <ac:spMkLst>
            <pc:docMk/>
            <pc:sldMk cId="2580955941" sldId="2147375897"/>
            <ac:spMk id="18" creationId="{F42F66DD-A007-1B58-F8F6-B7180E69E1BE}"/>
          </ac:spMkLst>
        </pc:spChg>
        <pc:spChg chg="mod">
          <ac:chgData name="Jimmy GUERTIN" userId="60d5e20f-7699-43de-98b7-f4234786abe8" providerId="ADAL" clId="{69AD6934-BA48-C84E-A3FE-69B8E5D6B7CD}" dt="2025-04-03T07:57:20.071" v="12858" actId="20577"/>
          <ac:spMkLst>
            <pc:docMk/>
            <pc:sldMk cId="2580955941" sldId="2147375897"/>
            <ac:spMk id="20" creationId="{76374E17-2D0D-4416-45F1-F187D31336E0}"/>
          </ac:spMkLst>
        </pc:spChg>
        <pc:spChg chg="mod">
          <ac:chgData name="Jimmy GUERTIN" userId="60d5e20f-7699-43de-98b7-f4234786abe8" providerId="ADAL" clId="{69AD6934-BA48-C84E-A3FE-69B8E5D6B7CD}" dt="2025-04-03T09:42:21.868" v="13005" actId="20577"/>
          <ac:spMkLst>
            <pc:docMk/>
            <pc:sldMk cId="2580955941" sldId="2147375897"/>
            <ac:spMk id="21" creationId="{06243A7A-35A7-D5CA-99DC-7A216129D1A6}"/>
          </ac:spMkLst>
        </pc:spChg>
        <pc:spChg chg="add mod">
          <ac:chgData name="Jimmy GUERTIN" userId="60d5e20f-7699-43de-98b7-f4234786abe8" providerId="ADAL" clId="{69AD6934-BA48-C84E-A3FE-69B8E5D6B7CD}" dt="2025-04-01T12:56:37.554" v="7917" actId="1035"/>
          <ac:spMkLst>
            <pc:docMk/>
            <pc:sldMk cId="2580955941" sldId="2147375897"/>
            <ac:spMk id="22" creationId="{6E914CCA-E4FF-B225-9E79-4C817600BE4B}"/>
          </ac:spMkLst>
        </pc:spChg>
        <pc:spChg chg="mod">
          <ac:chgData name="Jimmy GUERTIN" userId="60d5e20f-7699-43de-98b7-f4234786abe8" providerId="ADAL" clId="{69AD6934-BA48-C84E-A3FE-69B8E5D6B7CD}" dt="2025-04-03T09:42:52.899" v="13060" actId="20577"/>
          <ac:spMkLst>
            <pc:docMk/>
            <pc:sldMk cId="2580955941" sldId="2147375897"/>
            <ac:spMk id="23" creationId="{2F53E541-CDE8-21D5-AD91-12614AE10ED4}"/>
          </ac:spMkLst>
        </pc:spChg>
      </pc:sldChg>
      <pc:sldChg chg="add del">
        <pc:chgData name="Jimmy GUERTIN" userId="60d5e20f-7699-43de-98b7-f4234786abe8" providerId="ADAL" clId="{69AD6934-BA48-C84E-A3FE-69B8E5D6B7CD}" dt="2025-03-19T16:20:29.952" v="1084"/>
        <pc:sldMkLst>
          <pc:docMk/>
          <pc:sldMk cId="1166402282" sldId="2147375898"/>
        </pc:sldMkLst>
      </pc:sldChg>
      <pc:sldChg chg="add del">
        <pc:chgData name="Jimmy GUERTIN" userId="60d5e20f-7699-43de-98b7-f4234786abe8" providerId="ADAL" clId="{69AD6934-BA48-C84E-A3FE-69B8E5D6B7CD}" dt="2025-03-19T16:20:29.791" v="1083"/>
        <pc:sldMkLst>
          <pc:docMk/>
          <pc:sldMk cId="3890311070" sldId="2147375899"/>
        </pc:sldMkLst>
      </pc:sldChg>
      <pc:sldChg chg="add del">
        <pc:chgData name="Jimmy GUERTIN" userId="60d5e20f-7699-43de-98b7-f4234786abe8" providerId="ADAL" clId="{69AD6934-BA48-C84E-A3FE-69B8E5D6B7CD}" dt="2025-03-19T16:20:29.632" v="1082"/>
        <pc:sldMkLst>
          <pc:docMk/>
          <pc:sldMk cId="1989941848" sldId="2147375900"/>
        </pc:sldMkLst>
      </pc:sldChg>
      <pc:sldChg chg="addSp delSp modSp add mod">
        <pc:chgData name="Jimmy GUERTIN" userId="60d5e20f-7699-43de-98b7-f4234786abe8" providerId="ADAL" clId="{69AD6934-BA48-C84E-A3FE-69B8E5D6B7CD}" dt="2025-04-03T12:03:26.416" v="13947" actId="20577"/>
        <pc:sldMkLst>
          <pc:docMk/>
          <pc:sldMk cId="1187130240" sldId="2147375905"/>
        </pc:sldMkLst>
        <pc:spChg chg="mod">
          <ac:chgData name="Jimmy GUERTIN" userId="60d5e20f-7699-43de-98b7-f4234786abe8" providerId="ADAL" clId="{69AD6934-BA48-C84E-A3FE-69B8E5D6B7CD}" dt="2025-04-03T07:37:43.091" v="12767" actId="20577"/>
          <ac:spMkLst>
            <pc:docMk/>
            <pc:sldMk cId="1187130240" sldId="2147375905"/>
            <ac:spMk id="3" creationId="{36FFBD4B-2ADC-B239-2A86-8EF19F59A187}"/>
          </ac:spMkLst>
        </pc:spChg>
        <pc:spChg chg="add mod">
          <ac:chgData name="Jimmy GUERTIN" userId="60d5e20f-7699-43de-98b7-f4234786abe8" providerId="ADAL" clId="{69AD6934-BA48-C84E-A3FE-69B8E5D6B7CD}" dt="2025-04-03T12:03:20.569" v="13938" actId="20577"/>
          <ac:spMkLst>
            <pc:docMk/>
            <pc:sldMk cId="1187130240" sldId="2147375905"/>
            <ac:spMk id="5" creationId="{CEB19368-AEF4-54D3-1AC3-B2CD0220136F}"/>
          </ac:spMkLst>
        </pc:spChg>
        <pc:spChg chg="add mod">
          <ac:chgData name="Jimmy GUERTIN" userId="60d5e20f-7699-43de-98b7-f4234786abe8" providerId="ADAL" clId="{69AD6934-BA48-C84E-A3FE-69B8E5D6B7CD}" dt="2025-04-03T12:03:26.416" v="13947" actId="20577"/>
          <ac:spMkLst>
            <pc:docMk/>
            <pc:sldMk cId="1187130240" sldId="2147375905"/>
            <ac:spMk id="6" creationId="{87720EF6-FFA1-CDDF-78C2-47313B1CEF03}"/>
          </ac:spMkLst>
        </pc:spChg>
        <pc:spChg chg="add mod">
          <ac:chgData name="Jimmy GUERTIN" userId="60d5e20f-7699-43de-98b7-f4234786abe8" providerId="ADAL" clId="{69AD6934-BA48-C84E-A3FE-69B8E5D6B7CD}" dt="2025-04-03T12:03:14.938" v="13929" actId="20577"/>
          <ac:spMkLst>
            <pc:docMk/>
            <pc:sldMk cId="1187130240" sldId="2147375905"/>
            <ac:spMk id="8" creationId="{24352A45-6B60-54D0-4DCA-57BE03AD0CBD}"/>
          </ac:spMkLst>
        </pc:spChg>
        <pc:spChg chg="mod">
          <ac:chgData name="Jimmy GUERTIN" userId="60d5e20f-7699-43de-98b7-f4234786abe8" providerId="ADAL" clId="{69AD6934-BA48-C84E-A3FE-69B8E5D6B7CD}" dt="2025-04-03T07:36:42.029" v="12730" actId="1036"/>
          <ac:spMkLst>
            <pc:docMk/>
            <pc:sldMk cId="1187130240" sldId="2147375905"/>
            <ac:spMk id="9" creationId="{790D80FC-F63E-2170-E34C-01023FCEA452}"/>
          </ac:spMkLst>
        </pc:spChg>
        <pc:spChg chg="mod">
          <ac:chgData name="Jimmy GUERTIN" userId="60d5e20f-7699-43de-98b7-f4234786abe8" providerId="ADAL" clId="{69AD6934-BA48-C84E-A3FE-69B8E5D6B7CD}" dt="2025-04-03T07:36:42.029" v="12730" actId="1036"/>
          <ac:spMkLst>
            <pc:docMk/>
            <pc:sldMk cId="1187130240" sldId="2147375905"/>
            <ac:spMk id="18" creationId="{5C6A602E-0458-19D2-BCD3-100B962AC521}"/>
          </ac:spMkLst>
        </pc:spChg>
        <pc:spChg chg="add mod">
          <ac:chgData name="Jimmy GUERTIN" userId="60d5e20f-7699-43de-98b7-f4234786abe8" providerId="ADAL" clId="{69AD6934-BA48-C84E-A3FE-69B8E5D6B7CD}" dt="2025-04-03T07:36:42.029" v="12730" actId="1036"/>
          <ac:spMkLst>
            <pc:docMk/>
            <pc:sldMk cId="1187130240" sldId="2147375905"/>
            <ac:spMk id="20" creationId="{0E4CD3C3-07CD-F4CD-2CD5-20A022B7B166}"/>
          </ac:spMkLst>
        </pc:spChg>
        <pc:spChg chg="add mod">
          <ac:chgData name="Jimmy GUERTIN" userId="60d5e20f-7699-43de-98b7-f4234786abe8" providerId="ADAL" clId="{69AD6934-BA48-C84E-A3FE-69B8E5D6B7CD}" dt="2025-04-03T07:36:42.029" v="12730" actId="1036"/>
          <ac:spMkLst>
            <pc:docMk/>
            <pc:sldMk cId="1187130240" sldId="2147375905"/>
            <ac:spMk id="21" creationId="{50FA8C38-C36B-98BD-2CCE-21F1AC240488}"/>
          </ac:spMkLst>
        </pc:spChg>
        <pc:spChg chg="add mod">
          <ac:chgData name="Jimmy GUERTIN" userId="60d5e20f-7699-43de-98b7-f4234786abe8" providerId="ADAL" clId="{69AD6934-BA48-C84E-A3FE-69B8E5D6B7CD}" dt="2025-04-03T07:36:42.029" v="12730" actId="1036"/>
          <ac:spMkLst>
            <pc:docMk/>
            <pc:sldMk cId="1187130240" sldId="2147375905"/>
            <ac:spMk id="27" creationId="{AA23EC54-8714-48C7-4BA8-E279C5E584E6}"/>
          </ac:spMkLst>
        </pc:spChg>
        <pc:spChg chg="add mod">
          <ac:chgData name="Jimmy GUERTIN" userId="60d5e20f-7699-43de-98b7-f4234786abe8" providerId="ADAL" clId="{69AD6934-BA48-C84E-A3FE-69B8E5D6B7CD}" dt="2025-04-03T07:36:42.029" v="12730" actId="1036"/>
          <ac:spMkLst>
            <pc:docMk/>
            <pc:sldMk cId="1187130240" sldId="2147375905"/>
            <ac:spMk id="28" creationId="{A1827B02-B015-B7E0-6620-EDD6B87B9473}"/>
          </ac:spMkLst>
        </pc:spChg>
        <pc:spChg chg="add del mod">
          <ac:chgData name="Jimmy GUERTIN" userId="60d5e20f-7699-43de-98b7-f4234786abe8" providerId="ADAL" clId="{69AD6934-BA48-C84E-A3FE-69B8E5D6B7CD}" dt="2025-04-03T11:56:15.539" v="13758" actId="1076"/>
          <ac:spMkLst>
            <pc:docMk/>
            <pc:sldMk cId="1187130240" sldId="2147375905"/>
            <ac:spMk id="31" creationId="{82F124E2-8B3B-4AA2-CD5E-FFDF7FB54A19}"/>
          </ac:spMkLst>
        </pc:spChg>
        <pc:picChg chg="add mod">
          <ac:chgData name="Jimmy GUERTIN" userId="60d5e20f-7699-43de-98b7-f4234786abe8" providerId="ADAL" clId="{69AD6934-BA48-C84E-A3FE-69B8E5D6B7CD}" dt="2025-04-03T11:56:24.482" v="13783" actId="1036"/>
          <ac:picMkLst>
            <pc:docMk/>
            <pc:sldMk cId="1187130240" sldId="2147375905"/>
            <ac:picMk id="2" creationId="{0D077BCF-A301-617A-7615-0590B415A25B}"/>
          </ac:picMkLst>
        </pc:picChg>
        <pc:picChg chg="add mod">
          <ac:chgData name="Jimmy GUERTIN" userId="60d5e20f-7699-43de-98b7-f4234786abe8" providerId="ADAL" clId="{69AD6934-BA48-C84E-A3FE-69B8E5D6B7CD}" dt="2025-04-03T07:36:42.029" v="12730" actId="1036"/>
          <ac:picMkLst>
            <pc:docMk/>
            <pc:sldMk cId="1187130240" sldId="2147375905"/>
            <ac:picMk id="7" creationId="{1A2D148D-4E15-E14A-4BC1-E53EDE052DD7}"/>
          </ac:picMkLst>
        </pc:picChg>
        <pc:picChg chg="add del mod">
          <ac:chgData name="Jimmy GUERTIN" userId="60d5e20f-7699-43de-98b7-f4234786abe8" providerId="ADAL" clId="{69AD6934-BA48-C84E-A3FE-69B8E5D6B7CD}" dt="2025-04-01T09:36:06.156" v="6034" actId="1076"/>
          <ac:picMkLst>
            <pc:docMk/>
            <pc:sldMk cId="1187130240" sldId="2147375905"/>
            <ac:picMk id="10" creationId="{7B38317F-B602-1360-83D7-024480C9F1BB}"/>
          </ac:picMkLst>
        </pc:picChg>
        <pc:picChg chg="add mod">
          <ac:chgData name="Jimmy GUERTIN" userId="60d5e20f-7699-43de-98b7-f4234786abe8" providerId="ADAL" clId="{69AD6934-BA48-C84E-A3FE-69B8E5D6B7CD}" dt="2025-04-01T09:36:32.934" v="6042" actId="1076"/>
          <ac:picMkLst>
            <pc:docMk/>
            <pc:sldMk cId="1187130240" sldId="2147375905"/>
            <ac:picMk id="13" creationId="{AB52585A-959C-87DD-BA2E-2AF5766B8FFA}"/>
          </ac:picMkLst>
        </pc:picChg>
      </pc:sldChg>
      <pc:sldChg chg="modSp add del mod">
        <pc:chgData name="Jimmy GUERTIN" userId="60d5e20f-7699-43de-98b7-f4234786abe8" providerId="ADAL" clId="{69AD6934-BA48-C84E-A3FE-69B8E5D6B7CD}" dt="2025-03-20T08:14:36.700" v="2021" actId="2696"/>
        <pc:sldMkLst>
          <pc:docMk/>
          <pc:sldMk cId="530819714" sldId="2147375906"/>
        </pc:sldMkLst>
      </pc:sldChg>
      <pc:sldChg chg="modSp add del mod">
        <pc:chgData name="Jimmy GUERTIN" userId="60d5e20f-7699-43de-98b7-f4234786abe8" providerId="ADAL" clId="{69AD6934-BA48-C84E-A3FE-69B8E5D6B7CD}" dt="2025-03-20T08:14:59.173" v="2044" actId="2696"/>
        <pc:sldMkLst>
          <pc:docMk/>
          <pc:sldMk cId="2376521287" sldId="2147375907"/>
        </pc:sldMkLst>
      </pc:sldChg>
      <pc:sldChg chg="modSp add mod ord">
        <pc:chgData name="Jimmy GUERTIN" userId="60d5e20f-7699-43de-98b7-f4234786abe8" providerId="ADAL" clId="{69AD6934-BA48-C84E-A3FE-69B8E5D6B7CD}" dt="2025-04-02T15:16:46.748" v="12180" actId="20577"/>
        <pc:sldMkLst>
          <pc:docMk/>
          <pc:sldMk cId="1844834674" sldId="2147375908"/>
        </pc:sldMkLst>
        <pc:spChg chg="mod">
          <ac:chgData name="Jimmy GUERTIN" userId="60d5e20f-7699-43de-98b7-f4234786abe8" providerId="ADAL" clId="{69AD6934-BA48-C84E-A3FE-69B8E5D6B7CD}" dt="2025-04-02T15:16:46.748" v="12180" actId="20577"/>
          <ac:spMkLst>
            <pc:docMk/>
            <pc:sldMk cId="1844834674" sldId="2147375908"/>
            <ac:spMk id="3" creationId="{F5711C97-8DA8-E06D-A2C0-F3FF9CE4A66C}"/>
          </ac:spMkLst>
        </pc:spChg>
      </pc:sldChg>
      <pc:sldChg chg="modSp add mod">
        <pc:chgData name="Jimmy GUERTIN" userId="60d5e20f-7699-43de-98b7-f4234786abe8" providerId="ADAL" clId="{69AD6934-BA48-C84E-A3FE-69B8E5D6B7CD}" dt="2025-04-02T15:14:38.935" v="12080" actId="20577"/>
        <pc:sldMkLst>
          <pc:docMk/>
          <pc:sldMk cId="3528636938" sldId="2147375909"/>
        </pc:sldMkLst>
        <pc:spChg chg="mod">
          <ac:chgData name="Jimmy GUERTIN" userId="60d5e20f-7699-43de-98b7-f4234786abe8" providerId="ADAL" clId="{69AD6934-BA48-C84E-A3FE-69B8E5D6B7CD}" dt="2025-04-02T15:14:38.935" v="12080" actId="20577"/>
          <ac:spMkLst>
            <pc:docMk/>
            <pc:sldMk cId="3528636938" sldId="2147375909"/>
            <ac:spMk id="3" creationId="{D11C4BB4-028C-CDDA-AB89-EEC2BE08C8A1}"/>
          </ac:spMkLst>
        </pc:spChg>
      </pc:sldChg>
      <pc:sldChg chg="modSp add mod">
        <pc:chgData name="Jimmy GUERTIN" userId="60d5e20f-7699-43de-98b7-f4234786abe8" providerId="ADAL" clId="{69AD6934-BA48-C84E-A3FE-69B8E5D6B7CD}" dt="2025-04-02T15:18:53.162" v="12332" actId="20577"/>
        <pc:sldMkLst>
          <pc:docMk/>
          <pc:sldMk cId="1091325545" sldId="2147375910"/>
        </pc:sldMkLst>
        <pc:spChg chg="mod">
          <ac:chgData name="Jimmy GUERTIN" userId="60d5e20f-7699-43de-98b7-f4234786abe8" providerId="ADAL" clId="{69AD6934-BA48-C84E-A3FE-69B8E5D6B7CD}" dt="2025-04-02T15:18:53.162" v="12332" actId="20577"/>
          <ac:spMkLst>
            <pc:docMk/>
            <pc:sldMk cId="1091325545" sldId="2147375910"/>
            <ac:spMk id="3" creationId="{76744676-C7B4-BA07-09D3-B39BF8CB3760}"/>
          </ac:spMkLst>
        </pc:spChg>
      </pc:sldChg>
      <pc:sldChg chg="modSp add del mod">
        <pc:chgData name="Jimmy GUERTIN" userId="60d5e20f-7699-43de-98b7-f4234786abe8" providerId="ADAL" clId="{69AD6934-BA48-C84E-A3FE-69B8E5D6B7CD}" dt="2025-03-20T08:34:32.863" v="2610" actId="2696"/>
        <pc:sldMkLst>
          <pc:docMk/>
          <pc:sldMk cId="3518972856" sldId="2147375911"/>
        </pc:sldMkLst>
      </pc:sldChg>
      <pc:sldChg chg="modSp add del mod">
        <pc:chgData name="Jimmy GUERTIN" userId="60d5e20f-7699-43de-98b7-f4234786abe8" providerId="ADAL" clId="{69AD6934-BA48-C84E-A3FE-69B8E5D6B7CD}" dt="2025-03-20T08:34:32.863" v="2610" actId="2696"/>
        <pc:sldMkLst>
          <pc:docMk/>
          <pc:sldMk cId="296037723" sldId="2147375912"/>
        </pc:sldMkLst>
      </pc:sldChg>
      <pc:sldChg chg="add del">
        <pc:chgData name="Jimmy GUERTIN" userId="60d5e20f-7699-43de-98b7-f4234786abe8" providerId="ADAL" clId="{69AD6934-BA48-C84E-A3FE-69B8E5D6B7CD}" dt="2025-03-20T08:16:12.998" v="2046"/>
        <pc:sldMkLst>
          <pc:docMk/>
          <pc:sldMk cId="1550484077" sldId="2147375913"/>
        </pc:sldMkLst>
      </pc:sldChg>
      <pc:sldChg chg="add del">
        <pc:chgData name="Jimmy GUERTIN" userId="60d5e20f-7699-43de-98b7-f4234786abe8" providerId="ADAL" clId="{69AD6934-BA48-C84E-A3FE-69B8E5D6B7CD}" dt="2025-03-20T08:13:57.112" v="1978"/>
        <pc:sldMkLst>
          <pc:docMk/>
          <pc:sldMk cId="3045964064" sldId="2147375913"/>
        </pc:sldMkLst>
      </pc:sldChg>
      <pc:sldChg chg="addSp delSp modSp add mod ord">
        <pc:chgData name="Jimmy GUERTIN" userId="60d5e20f-7699-43de-98b7-f4234786abe8" providerId="ADAL" clId="{69AD6934-BA48-C84E-A3FE-69B8E5D6B7CD}" dt="2025-04-08T16:23:14.427" v="16687" actId="20577"/>
        <pc:sldMkLst>
          <pc:docMk/>
          <pc:sldMk cId="3772428488" sldId="2147375913"/>
        </pc:sldMkLst>
        <pc:spChg chg="add mod">
          <ac:chgData name="Jimmy GUERTIN" userId="60d5e20f-7699-43de-98b7-f4234786abe8" providerId="ADAL" clId="{69AD6934-BA48-C84E-A3FE-69B8E5D6B7CD}" dt="2025-04-07T07:38:32.806" v="15001" actId="20577"/>
          <ac:spMkLst>
            <pc:docMk/>
            <pc:sldMk cId="3772428488" sldId="2147375913"/>
            <ac:spMk id="2" creationId="{3AAA1FBD-A433-B360-838B-4FD6ED4746D7}"/>
          </ac:spMkLst>
        </pc:spChg>
        <pc:spChg chg="mod">
          <ac:chgData name="Jimmy GUERTIN" userId="60d5e20f-7699-43de-98b7-f4234786abe8" providerId="ADAL" clId="{69AD6934-BA48-C84E-A3FE-69B8E5D6B7CD}" dt="2025-04-02T07:46:32.659" v="9144" actId="122"/>
          <ac:spMkLst>
            <pc:docMk/>
            <pc:sldMk cId="3772428488" sldId="2147375913"/>
            <ac:spMk id="3" creationId="{2300FA41-AE94-17F0-A5B5-301C33659E3A}"/>
          </ac:spMkLst>
        </pc:spChg>
        <pc:spChg chg="mod">
          <ac:chgData name="Jimmy GUERTIN" userId="60d5e20f-7699-43de-98b7-f4234786abe8" providerId="ADAL" clId="{69AD6934-BA48-C84E-A3FE-69B8E5D6B7CD}" dt="2025-04-03T07:24:53.534" v="12367" actId="20577"/>
          <ac:spMkLst>
            <pc:docMk/>
            <pc:sldMk cId="3772428488" sldId="2147375913"/>
            <ac:spMk id="4" creationId="{5C61E482-82ED-11D3-BFCE-9095FDD0F0FF}"/>
          </ac:spMkLst>
        </pc:spChg>
        <pc:spChg chg="add mod">
          <ac:chgData name="Jimmy GUERTIN" userId="60d5e20f-7699-43de-98b7-f4234786abe8" providerId="ADAL" clId="{69AD6934-BA48-C84E-A3FE-69B8E5D6B7CD}" dt="2025-04-03T12:17:15.419" v="14320" actId="20577"/>
          <ac:spMkLst>
            <pc:docMk/>
            <pc:sldMk cId="3772428488" sldId="2147375913"/>
            <ac:spMk id="5" creationId="{1D38B402-0BF3-3675-5E1B-7E9B111407AF}"/>
          </ac:spMkLst>
        </pc:spChg>
        <pc:spChg chg="mod">
          <ac:chgData name="Jimmy GUERTIN" userId="60d5e20f-7699-43de-98b7-f4234786abe8" providerId="ADAL" clId="{69AD6934-BA48-C84E-A3FE-69B8E5D6B7CD}" dt="2025-04-03T07:24:57.303" v="12371" actId="20577"/>
          <ac:spMkLst>
            <pc:docMk/>
            <pc:sldMk cId="3772428488" sldId="2147375913"/>
            <ac:spMk id="6" creationId="{D6CF221E-7539-1107-37C3-417439C684B5}"/>
          </ac:spMkLst>
        </pc:spChg>
        <pc:spChg chg="mod">
          <ac:chgData name="Jimmy GUERTIN" userId="60d5e20f-7699-43de-98b7-f4234786abe8" providerId="ADAL" clId="{69AD6934-BA48-C84E-A3FE-69B8E5D6B7CD}" dt="2025-04-03T07:25:09.343" v="12391" actId="20577"/>
          <ac:spMkLst>
            <pc:docMk/>
            <pc:sldMk cId="3772428488" sldId="2147375913"/>
            <ac:spMk id="7" creationId="{E733F134-56F5-73C5-6F5D-EA55A757399B}"/>
          </ac:spMkLst>
        </pc:spChg>
        <pc:spChg chg="mod">
          <ac:chgData name="Jimmy GUERTIN" userId="60d5e20f-7699-43de-98b7-f4234786abe8" providerId="ADAL" clId="{69AD6934-BA48-C84E-A3FE-69B8E5D6B7CD}" dt="2025-04-03T09:54:59.974" v="13725" actId="20577"/>
          <ac:spMkLst>
            <pc:docMk/>
            <pc:sldMk cId="3772428488" sldId="2147375913"/>
            <ac:spMk id="9" creationId="{5C45B02D-153F-35D6-26A1-620D470CA3DC}"/>
          </ac:spMkLst>
        </pc:spChg>
        <pc:spChg chg="add mod">
          <ac:chgData name="Jimmy GUERTIN" userId="60d5e20f-7699-43de-98b7-f4234786abe8" providerId="ADAL" clId="{69AD6934-BA48-C84E-A3FE-69B8E5D6B7CD}" dt="2025-04-08T14:07:02.784" v="16434" actId="20577"/>
          <ac:spMkLst>
            <pc:docMk/>
            <pc:sldMk cId="3772428488" sldId="2147375913"/>
            <ac:spMk id="11" creationId="{0AB107E4-729F-4BAD-41E0-BF63B0C026C6}"/>
          </ac:spMkLst>
        </pc:spChg>
        <pc:spChg chg="add mod">
          <ac:chgData name="Jimmy GUERTIN" userId="60d5e20f-7699-43de-98b7-f4234786abe8" providerId="ADAL" clId="{69AD6934-BA48-C84E-A3FE-69B8E5D6B7CD}" dt="2025-04-03T07:29:29.165" v="12597" actId="20577"/>
          <ac:spMkLst>
            <pc:docMk/>
            <pc:sldMk cId="3772428488" sldId="2147375913"/>
            <ac:spMk id="12" creationId="{11933834-1FC6-29C6-8DA1-98B0E233868E}"/>
          </ac:spMkLst>
        </pc:spChg>
        <pc:spChg chg="add mod">
          <ac:chgData name="Jimmy GUERTIN" userId="60d5e20f-7699-43de-98b7-f4234786abe8" providerId="ADAL" clId="{69AD6934-BA48-C84E-A3FE-69B8E5D6B7CD}" dt="2025-04-08T16:22:44.072" v="16677" actId="20577"/>
          <ac:spMkLst>
            <pc:docMk/>
            <pc:sldMk cId="3772428488" sldId="2147375913"/>
            <ac:spMk id="13" creationId="{2C41744B-823B-7CE1-E4FF-A750336B00FB}"/>
          </ac:spMkLst>
        </pc:spChg>
        <pc:spChg chg="mod">
          <ac:chgData name="Jimmy GUERTIN" userId="60d5e20f-7699-43de-98b7-f4234786abe8" providerId="ADAL" clId="{69AD6934-BA48-C84E-A3FE-69B8E5D6B7CD}" dt="2025-04-03T07:31:13.173" v="12702" actId="20577"/>
          <ac:spMkLst>
            <pc:docMk/>
            <pc:sldMk cId="3772428488" sldId="2147375913"/>
            <ac:spMk id="17" creationId="{9D55DD49-B164-551C-6BF6-81BAEE944553}"/>
          </ac:spMkLst>
        </pc:spChg>
        <pc:spChg chg="mod">
          <ac:chgData name="Jimmy GUERTIN" userId="60d5e20f-7699-43de-98b7-f4234786abe8" providerId="ADAL" clId="{69AD6934-BA48-C84E-A3FE-69B8E5D6B7CD}" dt="2025-04-02T07:46:32.659" v="9144" actId="122"/>
          <ac:spMkLst>
            <pc:docMk/>
            <pc:sldMk cId="3772428488" sldId="2147375913"/>
            <ac:spMk id="23" creationId="{5CDCA018-6B74-3D25-7326-84176D9517FF}"/>
          </ac:spMkLst>
        </pc:spChg>
        <pc:spChg chg="mod">
          <ac:chgData name="Jimmy GUERTIN" userId="60d5e20f-7699-43de-98b7-f4234786abe8" providerId="ADAL" clId="{69AD6934-BA48-C84E-A3FE-69B8E5D6B7CD}" dt="2025-04-08T16:23:11.179" v="16683" actId="20577"/>
          <ac:spMkLst>
            <pc:docMk/>
            <pc:sldMk cId="3772428488" sldId="2147375913"/>
            <ac:spMk id="25" creationId="{8592668A-B98B-9080-5E2F-C446C8EAB681}"/>
          </ac:spMkLst>
        </pc:spChg>
        <pc:spChg chg="mod">
          <ac:chgData name="Jimmy GUERTIN" userId="60d5e20f-7699-43de-98b7-f4234786abe8" providerId="ADAL" clId="{69AD6934-BA48-C84E-A3FE-69B8E5D6B7CD}" dt="2025-04-02T07:46:32.659" v="9144" actId="122"/>
          <ac:spMkLst>
            <pc:docMk/>
            <pc:sldMk cId="3772428488" sldId="2147375913"/>
            <ac:spMk id="26" creationId="{A064F092-3935-3FF3-8413-897E940BD5BA}"/>
          </ac:spMkLst>
        </pc:spChg>
        <pc:spChg chg="mod">
          <ac:chgData name="Jimmy GUERTIN" userId="60d5e20f-7699-43de-98b7-f4234786abe8" providerId="ADAL" clId="{69AD6934-BA48-C84E-A3FE-69B8E5D6B7CD}" dt="2025-04-08T16:23:14.427" v="16687" actId="20577"/>
          <ac:spMkLst>
            <pc:docMk/>
            <pc:sldMk cId="3772428488" sldId="2147375913"/>
            <ac:spMk id="28" creationId="{839568A2-0227-6B84-9C0B-89163D529D97}"/>
          </ac:spMkLst>
        </pc:spChg>
        <pc:spChg chg="mod">
          <ac:chgData name="Jimmy GUERTIN" userId="60d5e20f-7699-43de-98b7-f4234786abe8" providerId="ADAL" clId="{69AD6934-BA48-C84E-A3FE-69B8E5D6B7CD}" dt="2025-04-02T07:46:32.659" v="9144" actId="122"/>
          <ac:spMkLst>
            <pc:docMk/>
            <pc:sldMk cId="3772428488" sldId="2147375913"/>
            <ac:spMk id="29" creationId="{B677A140-FBCD-E29D-C77B-913F2B248FF6}"/>
          </ac:spMkLst>
        </pc:spChg>
        <pc:spChg chg="mod">
          <ac:chgData name="Jimmy GUERTIN" userId="60d5e20f-7699-43de-98b7-f4234786abe8" providerId="ADAL" clId="{69AD6934-BA48-C84E-A3FE-69B8E5D6B7CD}" dt="2025-04-08T14:07:56.812" v="16435" actId="20577"/>
          <ac:spMkLst>
            <pc:docMk/>
            <pc:sldMk cId="3772428488" sldId="2147375913"/>
            <ac:spMk id="31" creationId="{B54AC2C1-572B-3ECC-9263-A329E1406174}"/>
          </ac:spMkLst>
        </pc:spChg>
        <pc:picChg chg="add mod">
          <ac:chgData name="Jimmy GUERTIN" userId="60d5e20f-7699-43de-98b7-f4234786abe8" providerId="ADAL" clId="{69AD6934-BA48-C84E-A3FE-69B8E5D6B7CD}" dt="2025-04-01T14:36:22.399" v="8424" actId="14100"/>
          <ac:picMkLst>
            <pc:docMk/>
            <pc:sldMk cId="3772428488" sldId="2147375913"/>
            <ac:picMk id="14" creationId="{D084157E-62E3-E79D-CDE6-F4198CCA153C}"/>
          </ac:picMkLst>
        </pc:picChg>
        <pc:picChg chg="add mod">
          <ac:chgData name="Jimmy GUERTIN" userId="60d5e20f-7699-43de-98b7-f4234786abe8" providerId="ADAL" clId="{69AD6934-BA48-C84E-A3FE-69B8E5D6B7CD}" dt="2025-04-02T07:41:49.747" v="8919" actId="1076"/>
          <ac:picMkLst>
            <pc:docMk/>
            <pc:sldMk cId="3772428488" sldId="2147375913"/>
            <ac:picMk id="15" creationId="{7800AA62-F674-1239-2A35-67F81878F888}"/>
          </ac:picMkLst>
        </pc:picChg>
        <pc:picChg chg="add mod">
          <ac:chgData name="Jimmy GUERTIN" userId="60d5e20f-7699-43de-98b7-f4234786abe8" providerId="ADAL" clId="{69AD6934-BA48-C84E-A3FE-69B8E5D6B7CD}" dt="2025-03-31T07:55:16.152" v="4485" actId="1076"/>
          <ac:picMkLst>
            <pc:docMk/>
            <pc:sldMk cId="3772428488" sldId="2147375913"/>
            <ac:picMk id="16" creationId="{45D6D9B2-98DF-8BDC-D42F-0E18AD211165}"/>
          </ac:picMkLst>
        </pc:picChg>
      </pc:sldChg>
      <pc:sldChg chg="addSp delSp modSp add mod">
        <pc:chgData name="Jimmy GUERTIN" userId="60d5e20f-7699-43de-98b7-f4234786abe8" providerId="ADAL" clId="{69AD6934-BA48-C84E-A3FE-69B8E5D6B7CD}" dt="2025-04-03T11:59:31.794" v="13847" actId="208"/>
        <pc:sldMkLst>
          <pc:docMk/>
          <pc:sldMk cId="892743917" sldId="2147375914"/>
        </pc:sldMkLst>
        <pc:spChg chg="mod">
          <ac:chgData name="Jimmy GUERTIN" userId="60d5e20f-7699-43de-98b7-f4234786abe8" providerId="ADAL" clId="{69AD6934-BA48-C84E-A3FE-69B8E5D6B7CD}" dt="2025-04-03T11:58:37.369" v="13839" actId="14100"/>
          <ac:spMkLst>
            <pc:docMk/>
            <pc:sldMk cId="892743917" sldId="2147375914"/>
            <ac:spMk id="3" creationId="{A5A5E945-2D5C-3A59-A93B-65BC1A00529F}"/>
          </ac:spMkLst>
        </pc:spChg>
        <pc:spChg chg="add mod">
          <ac:chgData name="Jimmy GUERTIN" userId="60d5e20f-7699-43de-98b7-f4234786abe8" providerId="ADAL" clId="{69AD6934-BA48-C84E-A3FE-69B8E5D6B7CD}" dt="2025-03-31T13:28:27.576" v="4878" actId="1035"/>
          <ac:spMkLst>
            <pc:docMk/>
            <pc:sldMk cId="892743917" sldId="2147375914"/>
            <ac:spMk id="8" creationId="{A08172B7-F004-6E99-8A9C-B5BDFD295879}"/>
          </ac:spMkLst>
        </pc:spChg>
        <pc:spChg chg="add mod">
          <ac:chgData name="Jimmy GUERTIN" userId="60d5e20f-7699-43de-98b7-f4234786abe8" providerId="ADAL" clId="{69AD6934-BA48-C84E-A3FE-69B8E5D6B7CD}" dt="2025-03-31T09:22:59.292" v="4777" actId="1037"/>
          <ac:spMkLst>
            <pc:docMk/>
            <pc:sldMk cId="892743917" sldId="2147375914"/>
            <ac:spMk id="11" creationId="{B294315C-0465-54A1-C15F-1E60978F9702}"/>
          </ac:spMkLst>
        </pc:spChg>
        <pc:spChg chg="add mod">
          <ac:chgData name="Jimmy GUERTIN" userId="60d5e20f-7699-43de-98b7-f4234786abe8" providerId="ADAL" clId="{69AD6934-BA48-C84E-A3FE-69B8E5D6B7CD}" dt="2025-04-03T11:59:20.506" v="13843" actId="207"/>
          <ac:spMkLst>
            <pc:docMk/>
            <pc:sldMk cId="892743917" sldId="2147375914"/>
            <ac:spMk id="14" creationId="{C74EF128-500F-6492-64F6-CB55E86B56C2}"/>
          </ac:spMkLst>
        </pc:spChg>
        <pc:spChg chg="mod">
          <ac:chgData name="Jimmy GUERTIN" userId="60d5e20f-7699-43de-98b7-f4234786abe8" providerId="ADAL" clId="{69AD6934-BA48-C84E-A3FE-69B8E5D6B7CD}" dt="2025-03-31T13:28:17.778" v="4875" actId="14100"/>
          <ac:spMkLst>
            <pc:docMk/>
            <pc:sldMk cId="892743917" sldId="2147375914"/>
            <ac:spMk id="18" creationId="{592F1CBC-A721-8DCC-97E3-986D6FAA3479}"/>
          </ac:spMkLst>
        </pc:spChg>
        <pc:spChg chg="add mod">
          <ac:chgData name="Jimmy GUERTIN" userId="60d5e20f-7699-43de-98b7-f4234786abe8" providerId="ADAL" clId="{69AD6934-BA48-C84E-A3FE-69B8E5D6B7CD}" dt="2025-04-03T11:59:23.390" v="13845" actId="207"/>
          <ac:spMkLst>
            <pc:docMk/>
            <pc:sldMk cId="892743917" sldId="2147375914"/>
            <ac:spMk id="19" creationId="{B3EF237D-1F24-2308-65D5-ED4F31C2FD9D}"/>
          </ac:spMkLst>
        </pc:spChg>
        <pc:spChg chg="add mod">
          <ac:chgData name="Jimmy GUERTIN" userId="60d5e20f-7699-43de-98b7-f4234786abe8" providerId="ADAL" clId="{69AD6934-BA48-C84E-A3FE-69B8E5D6B7CD}" dt="2025-04-03T11:59:31.794" v="13847" actId="208"/>
          <ac:spMkLst>
            <pc:docMk/>
            <pc:sldMk cId="892743917" sldId="2147375914"/>
            <ac:spMk id="22" creationId="{5092AA12-11F1-9C4B-7AD0-78DE6F55E099}"/>
          </ac:spMkLst>
        </pc:spChg>
        <pc:spChg chg="mod">
          <ac:chgData name="Jimmy GUERTIN" userId="60d5e20f-7699-43de-98b7-f4234786abe8" providerId="ADAL" clId="{69AD6934-BA48-C84E-A3FE-69B8E5D6B7CD}" dt="2025-04-03T11:59:14.556" v="13841" actId="208"/>
          <ac:spMkLst>
            <pc:docMk/>
            <pc:sldMk cId="892743917" sldId="2147375914"/>
            <ac:spMk id="31" creationId="{D143713B-943B-7A06-7843-4C790DC8C029}"/>
          </ac:spMkLst>
        </pc:spChg>
        <pc:picChg chg="add mod">
          <ac:chgData name="Jimmy GUERTIN" userId="60d5e20f-7699-43de-98b7-f4234786abe8" providerId="ADAL" clId="{69AD6934-BA48-C84E-A3FE-69B8E5D6B7CD}" dt="2025-03-31T09:21:55.451" v="4723" actId="1076"/>
          <ac:picMkLst>
            <pc:docMk/>
            <pc:sldMk cId="892743917" sldId="2147375914"/>
            <ac:picMk id="2" creationId="{7BEF8FFC-186F-90DE-4FF1-BE5FD29FD5CD}"/>
          </ac:picMkLst>
        </pc:picChg>
        <pc:picChg chg="add mod">
          <ac:chgData name="Jimmy GUERTIN" userId="60d5e20f-7699-43de-98b7-f4234786abe8" providerId="ADAL" clId="{69AD6934-BA48-C84E-A3FE-69B8E5D6B7CD}" dt="2025-04-02T11:55:00.326" v="9802" actId="14100"/>
          <ac:picMkLst>
            <pc:docMk/>
            <pc:sldMk cId="892743917" sldId="2147375914"/>
            <ac:picMk id="5" creationId="{11DAD425-9C60-AC8F-4FE5-1F2579644713}"/>
          </ac:picMkLst>
        </pc:picChg>
        <pc:picChg chg="add mod">
          <ac:chgData name="Jimmy GUERTIN" userId="60d5e20f-7699-43de-98b7-f4234786abe8" providerId="ADAL" clId="{69AD6934-BA48-C84E-A3FE-69B8E5D6B7CD}" dt="2025-04-02T11:59:54.176" v="9807" actId="1076"/>
          <ac:picMkLst>
            <pc:docMk/>
            <pc:sldMk cId="892743917" sldId="2147375914"/>
            <ac:picMk id="6" creationId="{960E7DD9-8B8E-BC60-C0F8-3D6BF626A9FF}"/>
          </ac:picMkLst>
        </pc:picChg>
        <pc:picChg chg="add mod">
          <ac:chgData name="Jimmy GUERTIN" userId="60d5e20f-7699-43de-98b7-f4234786abe8" providerId="ADAL" clId="{69AD6934-BA48-C84E-A3FE-69B8E5D6B7CD}" dt="2025-04-02T12:02:47.687" v="9813" actId="14100"/>
          <ac:picMkLst>
            <pc:docMk/>
            <pc:sldMk cId="892743917" sldId="2147375914"/>
            <ac:picMk id="9" creationId="{94E09BD7-44E9-747D-35B7-F724437CD670}"/>
          </ac:picMkLst>
        </pc:picChg>
      </pc:sldChg>
      <pc:sldChg chg="modSp add del mod">
        <pc:chgData name="Jimmy GUERTIN" userId="60d5e20f-7699-43de-98b7-f4234786abe8" providerId="ADAL" clId="{69AD6934-BA48-C84E-A3FE-69B8E5D6B7CD}" dt="2025-03-27T15:48:58.170" v="4312" actId="2696"/>
        <pc:sldMkLst>
          <pc:docMk/>
          <pc:sldMk cId="2880981439" sldId="2147375915"/>
        </pc:sldMkLst>
      </pc:sldChg>
      <pc:sldChg chg="add del">
        <pc:chgData name="Jimmy GUERTIN" userId="60d5e20f-7699-43de-98b7-f4234786abe8" providerId="ADAL" clId="{69AD6934-BA48-C84E-A3FE-69B8E5D6B7CD}" dt="2025-03-20T08:54:30.983" v="2702"/>
        <pc:sldMkLst>
          <pc:docMk/>
          <pc:sldMk cId="641744023" sldId="2147375916"/>
        </pc:sldMkLst>
      </pc:sldChg>
      <pc:sldChg chg="addSp delSp modSp add mod ord setBg modAnim">
        <pc:chgData name="Jimmy GUERTIN" userId="60d5e20f-7699-43de-98b7-f4234786abe8" providerId="ADAL" clId="{69AD6934-BA48-C84E-A3FE-69B8E5D6B7CD}" dt="2025-04-03T12:17:36.013" v="14329" actId="20577"/>
        <pc:sldMkLst>
          <pc:docMk/>
          <pc:sldMk cId="2734945873" sldId="2147375916"/>
        </pc:sldMkLst>
        <pc:spChg chg="mod">
          <ac:chgData name="Jimmy GUERTIN" userId="60d5e20f-7699-43de-98b7-f4234786abe8" providerId="ADAL" clId="{69AD6934-BA48-C84E-A3FE-69B8E5D6B7CD}" dt="2025-03-27T14:42:58.126" v="3904" actId="20577"/>
          <ac:spMkLst>
            <pc:docMk/>
            <pc:sldMk cId="2734945873" sldId="2147375916"/>
            <ac:spMk id="2" creationId="{2EACD883-02B8-985F-ECBF-9344E8B63B44}"/>
          </ac:spMkLst>
        </pc:spChg>
        <pc:spChg chg="add mod">
          <ac:chgData name="Jimmy GUERTIN" userId="60d5e20f-7699-43de-98b7-f4234786abe8" providerId="ADAL" clId="{69AD6934-BA48-C84E-A3FE-69B8E5D6B7CD}" dt="2025-04-03T09:53:02.271" v="13597" actId="14100"/>
          <ac:spMkLst>
            <pc:docMk/>
            <pc:sldMk cId="2734945873" sldId="2147375916"/>
            <ac:spMk id="3" creationId="{FCC2B076-1DC4-C56B-B9B3-37D13E962626}"/>
          </ac:spMkLst>
        </pc:spChg>
        <pc:spChg chg="add mod">
          <ac:chgData name="Jimmy GUERTIN" userId="60d5e20f-7699-43de-98b7-f4234786abe8" providerId="ADAL" clId="{69AD6934-BA48-C84E-A3FE-69B8E5D6B7CD}" dt="2025-04-03T09:51:12.038" v="13450" actId="20577"/>
          <ac:spMkLst>
            <pc:docMk/>
            <pc:sldMk cId="2734945873" sldId="2147375916"/>
            <ac:spMk id="5" creationId="{3542F0D0-E180-EED6-566F-DDA6AD0AA856}"/>
          </ac:spMkLst>
        </pc:spChg>
        <pc:spChg chg="mod">
          <ac:chgData name="Jimmy GUERTIN" userId="60d5e20f-7699-43de-98b7-f4234786abe8" providerId="ADAL" clId="{69AD6934-BA48-C84E-A3FE-69B8E5D6B7CD}" dt="2025-04-03T12:17:30.358" v="14323" actId="20577"/>
          <ac:spMkLst>
            <pc:docMk/>
            <pc:sldMk cId="2734945873" sldId="2147375916"/>
            <ac:spMk id="18" creationId="{49A2DF1D-421A-ECE3-575B-70624E6AAB4C}"/>
          </ac:spMkLst>
        </pc:spChg>
        <pc:spChg chg="mod">
          <ac:chgData name="Jimmy GUERTIN" userId="60d5e20f-7699-43de-98b7-f4234786abe8" providerId="ADAL" clId="{69AD6934-BA48-C84E-A3FE-69B8E5D6B7CD}" dt="2025-04-03T12:17:33.012" v="14326" actId="20577"/>
          <ac:spMkLst>
            <pc:docMk/>
            <pc:sldMk cId="2734945873" sldId="2147375916"/>
            <ac:spMk id="19" creationId="{99F8A0B6-8323-336F-0E6C-C6762139A53E}"/>
          </ac:spMkLst>
        </pc:spChg>
        <pc:spChg chg="mod">
          <ac:chgData name="Jimmy GUERTIN" userId="60d5e20f-7699-43de-98b7-f4234786abe8" providerId="ADAL" clId="{69AD6934-BA48-C84E-A3FE-69B8E5D6B7CD}" dt="2025-04-02T07:32:08.923" v="8914" actId="1038"/>
          <ac:spMkLst>
            <pc:docMk/>
            <pc:sldMk cId="2734945873" sldId="2147375916"/>
            <ac:spMk id="20" creationId="{81D5C353-259F-0FD1-5AB0-081219873814}"/>
          </ac:spMkLst>
        </pc:spChg>
        <pc:spChg chg="mod">
          <ac:chgData name="Jimmy GUERTIN" userId="60d5e20f-7699-43de-98b7-f4234786abe8" providerId="ADAL" clId="{69AD6934-BA48-C84E-A3FE-69B8E5D6B7CD}" dt="2025-04-03T12:16:37.521" v="14317" actId="207"/>
          <ac:spMkLst>
            <pc:docMk/>
            <pc:sldMk cId="2734945873" sldId="2147375916"/>
            <ac:spMk id="21" creationId="{E1139B72-DDAF-982B-3F57-9CFB39A56F16}"/>
          </ac:spMkLst>
        </pc:spChg>
        <pc:spChg chg="mod">
          <ac:chgData name="Jimmy GUERTIN" userId="60d5e20f-7699-43de-98b7-f4234786abe8" providerId="ADAL" clId="{69AD6934-BA48-C84E-A3FE-69B8E5D6B7CD}" dt="2025-04-03T12:16:37.521" v="14317" actId="207"/>
          <ac:spMkLst>
            <pc:docMk/>
            <pc:sldMk cId="2734945873" sldId="2147375916"/>
            <ac:spMk id="22" creationId="{A335DA3E-EC58-7EF4-F598-3367F32DC710}"/>
          </ac:spMkLst>
        </pc:spChg>
        <pc:spChg chg="mod">
          <ac:chgData name="Jimmy GUERTIN" userId="60d5e20f-7699-43de-98b7-f4234786abe8" providerId="ADAL" clId="{69AD6934-BA48-C84E-A3FE-69B8E5D6B7CD}" dt="2025-04-03T09:50:37.596" v="13418" actId="207"/>
          <ac:spMkLst>
            <pc:docMk/>
            <pc:sldMk cId="2734945873" sldId="2147375916"/>
            <ac:spMk id="23" creationId="{AB166141-3AA5-A538-1214-1B9BF52F45B8}"/>
          </ac:spMkLst>
        </pc:spChg>
        <pc:spChg chg="mod">
          <ac:chgData name="Jimmy GUERTIN" userId="60d5e20f-7699-43de-98b7-f4234786abe8" providerId="ADAL" clId="{69AD6934-BA48-C84E-A3FE-69B8E5D6B7CD}" dt="2025-04-03T09:50:37.596" v="13418" actId="207"/>
          <ac:spMkLst>
            <pc:docMk/>
            <pc:sldMk cId="2734945873" sldId="2147375916"/>
            <ac:spMk id="30" creationId="{DBAF58AB-6A01-142B-F5A9-3F8564A9D10D}"/>
          </ac:spMkLst>
        </pc:spChg>
        <pc:spChg chg="mod">
          <ac:chgData name="Jimmy GUERTIN" userId="60d5e20f-7699-43de-98b7-f4234786abe8" providerId="ADAL" clId="{69AD6934-BA48-C84E-A3FE-69B8E5D6B7CD}" dt="2025-04-03T12:16:37.521" v="14317" actId="207"/>
          <ac:spMkLst>
            <pc:docMk/>
            <pc:sldMk cId="2734945873" sldId="2147375916"/>
            <ac:spMk id="31" creationId="{201A3331-D8A4-165E-02AD-2CFE6A505037}"/>
          </ac:spMkLst>
        </pc:spChg>
        <pc:spChg chg="mod">
          <ac:chgData name="Jimmy GUERTIN" userId="60d5e20f-7699-43de-98b7-f4234786abe8" providerId="ADAL" clId="{69AD6934-BA48-C84E-A3FE-69B8E5D6B7CD}" dt="2025-04-03T12:17:36.013" v="14329" actId="20577"/>
          <ac:spMkLst>
            <pc:docMk/>
            <pc:sldMk cId="2734945873" sldId="2147375916"/>
            <ac:spMk id="32" creationId="{BE0A09B8-1B8A-F8EA-C6BE-B7993238D822}"/>
          </ac:spMkLst>
        </pc:spChg>
        <pc:spChg chg="mod">
          <ac:chgData name="Jimmy GUERTIN" userId="60d5e20f-7699-43de-98b7-f4234786abe8" providerId="ADAL" clId="{69AD6934-BA48-C84E-A3FE-69B8E5D6B7CD}" dt="2025-04-03T12:16:18.867" v="14314" actId="207"/>
          <ac:spMkLst>
            <pc:docMk/>
            <pc:sldMk cId="2734945873" sldId="2147375916"/>
            <ac:spMk id="33" creationId="{1B06D8CB-32D8-F29B-6BE4-A23AECA42A83}"/>
          </ac:spMkLst>
        </pc:spChg>
        <pc:spChg chg="mod">
          <ac:chgData name="Jimmy GUERTIN" userId="60d5e20f-7699-43de-98b7-f4234786abe8" providerId="ADAL" clId="{69AD6934-BA48-C84E-A3FE-69B8E5D6B7CD}" dt="2025-04-03T12:16:18.867" v="14314" actId="207"/>
          <ac:spMkLst>
            <pc:docMk/>
            <pc:sldMk cId="2734945873" sldId="2147375916"/>
            <ac:spMk id="34" creationId="{7E01ED2C-BE8F-52D3-0B6B-A0ED933385C4}"/>
          </ac:spMkLst>
        </pc:spChg>
        <pc:spChg chg="mod">
          <ac:chgData name="Jimmy GUERTIN" userId="60d5e20f-7699-43de-98b7-f4234786abe8" providerId="ADAL" clId="{69AD6934-BA48-C84E-A3FE-69B8E5D6B7CD}" dt="2025-04-03T12:16:18.867" v="14314" actId="207"/>
          <ac:spMkLst>
            <pc:docMk/>
            <pc:sldMk cId="2734945873" sldId="2147375916"/>
            <ac:spMk id="35" creationId="{55ED5A6B-3167-91A8-1262-18DFB723C115}"/>
          </ac:spMkLst>
        </pc:spChg>
        <pc:spChg chg="mod">
          <ac:chgData name="Jimmy GUERTIN" userId="60d5e20f-7699-43de-98b7-f4234786abe8" providerId="ADAL" clId="{69AD6934-BA48-C84E-A3FE-69B8E5D6B7CD}" dt="2025-04-03T12:16:18.867" v="14314" actId="207"/>
          <ac:spMkLst>
            <pc:docMk/>
            <pc:sldMk cId="2734945873" sldId="2147375916"/>
            <ac:spMk id="36" creationId="{BA4C570F-684D-BC88-9EB3-4B3D311DB385}"/>
          </ac:spMkLst>
        </pc:spChg>
        <pc:spChg chg="mod">
          <ac:chgData name="Jimmy GUERTIN" userId="60d5e20f-7699-43de-98b7-f4234786abe8" providerId="ADAL" clId="{69AD6934-BA48-C84E-A3FE-69B8E5D6B7CD}" dt="2025-04-02T07:32:08.923" v="8914" actId="1038"/>
          <ac:spMkLst>
            <pc:docMk/>
            <pc:sldMk cId="2734945873" sldId="2147375916"/>
            <ac:spMk id="37" creationId="{E1C7C47D-448E-4E4B-7217-6FFD2932EB63}"/>
          </ac:spMkLst>
        </pc:spChg>
        <pc:spChg chg="mod">
          <ac:chgData name="Jimmy GUERTIN" userId="60d5e20f-7699-43de-98b7-f4234786abe8" providerId="ADAL" clId="{69AD6934-BA48-C84E-A3FE-69B8E5D6B7CD}" dt="2025-04-01T07:43:18.173" v="5192" actId="1038"/>
          <ac:spMkLst>
            <pc:docMk/>
            <pc:sldMk cId="2734945873" sldId="2147375916"/>
            <ac:spMk id="38" creationId="{94CAE2E2-1E9D-AEF6-AE68-0D133CEC79E4}"/>
          </ac:spMkLst>
        </pc:spChg>
        <pc:spChg chg="mod">
          <ac:chgData name="Jimmy GUERTIN" userId="60d5e20f-7699-43de-98b7-f4234786abe8" providerId="ADAL" clId="{69AD6934-BA48-C84E-A3FE-69B8E5D6B7CD}" dt="2025-03-27T14:37:47.800" v="3857" actId="122"/>
          <ac:spMkLst>
            <pc:docMk/>
            <pc:sldMk cId="2734945873" sldId="2147375916"/>
            <ac:spMk id="39" creationId="{213B0D62-9041-98A0-F39C-FA29D91D43B6}"/>
          </ac:spMkLst>
        </pc:spChg>
        <pc:spChg chg="mod">
          <ac:chgData name="Jimmy GUERTIN" userId="60d5e20f-7699-43de-98b7-f4234786abe8" providerId="ADAL" clId="{69AD6934-BA48-C84E-A3FE-69B8E5D6B7CD}" dt="2025-04-03T12:16:48.692" v="14318" actId="14100"/>
          <ac:spMkLst>
            <pc:docMk/>
            <pc:sldMk cId="2734945873" sldId="2147375916"/>
            <ac:spMk id="42" creationId="{05393D44-110C-F0B4-09F7-846B0F2F6DE5}"/>
          </ac:spMkLst>
        </pc:spChg>
        <pc:spChg chg="mod">
          <ac:chgData name="Jimmy GUERTIN" userId="60d5e20f-7699-43de-98b7-f4234786abe8" providerId="ADAL" clId="{69AD6934-BA48-C84E-A3FE-69B8E5D6B7CD}" dt="2025-04-03T09:52:30.075" v="13552" actId="20577"/>
          <ac:spMkLst>
            <pc:docMk/>
            <pc:sldMk cId="2734945873" sldId="2147375916"/>
            <ac:spMk id="43" creationId="{3A76625E-DB08-7C0C-34F2-12A7DADB376F}"/>
          </ac:spMkLst>
        </pc:spChg>
        <pc:spChg chg="mod">
          <ac:chgData name="Jimmy GUERTIN" userId="60d5e20f-7699-43de-98b7-f4234786abe8" providerId="ADAL" clId="{69AD6934-BA48-C84E-A3FE-69B8E5D6B7CD}" dt="2025-04-01T07:43:26.574" v="5211" actId="1037"/>
          <ac:spMkLst>
            <pc:docMk/>
            <pc:sldMk cId="2734945873" sldId="2147375916"/>
            <ac:spMk id="44" creationId="{82A070E5-F571-C354-5B32-0BA36FDEB292}"/>
          </ac:spMkLst>
        </pc:spChg>
        <pc:spChg chg="mod">
          <ac:chgData name="Jimmy GUERTIN" userId="60d5e20f-7699-43de-98b7-f4234786abe8" providerId="ADAL" clId="{69AD6934-BA48-C84E-A3FE-69B8E5D6B7CD}" dt="2025-04-01T07:43:26.574" v="5211" actId="1037"/>
          <ac:spMkLst>
            <pc:docMk/>
            <pc:sldMk cId="2734945873" sldId="2147375916"/>
            <ac:spMk id="45" creationId="{7E76A8CE-086C-D7BE-6BCA-5B0CC3337D70}"/>
          </ac:spMkLst>
        </pc:spChg>
        <pc:spChg chg="mod">
          <ac:chgData name="Jimmy GUERTIN" userId="60d5e20f-7699-43de-98b7-f4234786abe8" providerId="ADAL" clId="{69AD6934-BA48-C84E-A3FE-69B8E5D6B7CD}" dt="2025-04-01T07:43:26.574" v="5211" actId="1037"/>
          <ac:spMkLst>
            <pc:docMk/>
            <pc:sldMk cId="2734945873" sldId="2147375916"/>
            <ac:spMk id="46" creationId="{77805B1A-B839-00E5-9859-C1FA5D357962}"/>
          </ac:spMkLst>
        </pc:spChg>
        <pc:spChg chg="mod">
          <ac:chgData name="Jimmy GUERTIN" userId="60d5e20f-7699-43de-98b7-f4234786abe8" providerId="ADAL" clId="{69AD6934-BA48-C84E-A3FE-69B8E5D6B7CD}" dt="2025-04-01T07:43:26.574" v="5211" actId="1037"/>
          <ac:spMkLst>
            <pc:docMk/>
            <pc:sldMk cId="2734945873" sldId="2147375916"/>
            <ac:spMk id="47" creationId="{CF4A1BE2-161A-B11C-FA6B-63BE89200422}"/>
          </ac:spMkLst>
        </pc:spChg>
        <pc:spChg chg="mod">
          <ac:chgData name="Jimmy GUERTIN" userId="60d5e20f-7699-43de-98b7-f4234786abe8" providerId="ADAL" clId="{69AD6934-BA48-C84E-A3FE-69B8E5D6B7CD}" dt="2025-04-01T07:43:26.574" v="5211" actId="1037"/>
          <ac:spMkLst>
            <pc:docMk/>
            <pc:sldMk cId="2734945873" sldId="2147375916"/>
            <ac:spMk id="48" creationId="{467A27A9-7471-8C31-162A-D73C3D0DD89D}"/>
          </ac:spMkLst>
        </pc:spChg>
        <pc:spChg chg="mod">
          <ac:chgData name="Jimmy GUERTIN" userId="60d5e20f-7699-43de-98b7-f4234786abe8" providerId="ADAL" clId="{69AD6934-BA48-C84E-A3FE-69B8E5D6B7CD}" dt="2025-04-01T07:43:26.574" v="5211" actId="1037"/>
          <ac:spMkLst>
            <pc:docMk/>
            <pc:sldMk cId="2734945873" sldId="2147375916"/>
            <ac:spMk id="49" creationId="{3CA6C436-AE29-E338-ED90-E67CC184CAF1}"/>
          </ac:spMkLst>
        </pc:spChg>
        <pc:picChg chg="add mod">
          <ac:chgData name="Jimmy GUERTIN" userId="60d5e20f-7699-43de-98b7-f4234786abe8" providerId="ADAL" clId="{69AD6934-BA48-C84E-A3FE-69B8E5D6B7CD}" dt="2025-03-27T14:40:52.491" v="3876" actId="207"/>
          <ac:picMkLst>
            <pc:docMk/>
            <pc:sldMk cId="2734945873" sldId="2147375916"/>
            <ac:picMk id="6" creationId="{44BA6B41-D68B-2D98-FB53-0D0024F303E7}"/>
          </ac:picMkLst>
        </pc:picChg>
      </pc:sldChg>
      <pc:sldChg chg="addSp delSp modSp add mod modAnim">
        <pc:chgData name="Jimmy GUERTIN" userId="60d5e20f-7699-43de-98b7-f4234786abe8" providerId="ADAL" clId="{69AD6934-BA48-C84E-A3FE-69B8E5D6B7CD}" dt="2025-04-03T12:17:50.297" v="14342" actId="20577"/>
        <pc:sldMkLst>
          <pc:docMk/>
          <pc:sldMk cId="3570858257" sldId="2147375917"/>
        </pc:sldMkLst>
        <pc:spChg chg="mod">
          <ac:chgData name="Jimmy GUERTIN" userId="60d5e20f-7699-43de-98b7-f4234786abe8" providerId="ADAL" clId="{69AD6934-BA48-C84E-A3FE-69B8E5D6B7CD}" dt="2025-03-27T14:43:42.502" v="3912" actId="20577"/>
          <ac:spMkLst>
            <pc:docMk/>
            <pc:sldMk cId="3570858257" sldId="2147375917"/>
            <ac:spMk id="2" creationId="{58E4893A-7251-A0D6-298D-37399DF1752F}"/>
          </ac:spMkLst>
        </pc:spChg>
        <pc:spChg chg="add mod">
          <ac:chgData name="Jimmy GUERTIN" userId="60d5e20f-7699-43de-98b7-f4234786abe8" providerId="ADAL" clId="{69AD6934-BA48-C84E-A3FE-69B8E5D6B7CD}" dt="2025-04-03T09:53:09.963" v="13609" actId="14100"/>
          <ac:spMkLst>
            <pc:docMk/>
            <pc:sldMk cId="3570858257" sldId="2147375917"/>
            <ac:spMk id="4" creationId="{FD26C1D5-25E3-F2B6-1459-17ADB5251C5A}"/>
          </ac:spMkLst>
        </pc:spChg>
        <pc:spChg chg="mod">
          <ac:chgData name="Jimmy GUERTIN" userId="60d5e20f-7699-43de-98b7-f4234786abe8" providerId="ADAL" clId="{69AD6934-BA48-C84E-A3FE-69B8E5D6B7CD}" dt="2025-04-03T12:17:40.850" v="14332" actId="20577"/>
          <ac:spMkLst>
            <pc:docMk/>
            <pc:sldMk cId="3570858257" sldId="2147375917"/>
            <ac:spMk id="18" creationId="{7CB3378C-9E69-DA10-3E21-7E299AB11B80}"/>
          </ac:spMkLst>
        </pc:spChg>
        <pc:spChg chg="mod">
          <ac:chgData name="Jimmy GUERTIN" userId="60d5e20f-7699-43de-98b7-f4234786abe8" providerId="ADAL" clId="{69AD6934-BA48-C84E-A3FE-69B8E5D6B7CD}" dt="2025-04-03T12:17:46.978" v="14337" actId="20577"/>
          <ac:spMkLst>
            <pc:docMk/>
            <pc:sldMk cId="3570858257" sldId="2147375917"/>
            <ac:spMk id="19" creationId="{7845D8C3-53A1-90A4-0161-B2ADDD27513A}"/>
          </ac:spMkLst>
        </pc:spChg>
        <pc:spChg chg="mod">
          <ac:chgData name="Jimmy GUERTIN" userId="60d5e20f-7699-43de-98b7-f4234786abe8" providerId="ADAL" clId="{69AD6934-BA48-C84E-A3FE-69B8E5D6B7CD}" dt="2025-04-03T12:17:04.549" v="14319" actId="207"/>
          <ac:spMkLst>
            <pc:docMk/>
            <pc:sldMk cId="3570858257" sldId="2147375917"/>
            <ac:spMk id="20" creationId="{7E2B4731-333C-C4E9-62DA-5C80455B47BD}"/>
          </ac:spMkLst>
        </pc:spChg>
        <pc:spChg chg="mod">
          <ac:chgData name="Jimmy GUERTIN" userId="60d5e20f-7699-43de-98b7-f4234786abe8" providerId="ADAL" clId="{69AD6934-BA48-C84E-A3FE-69B8E5D6B7CD}" dt="2025-04-03T12:17:04.549" v="14319" actId="207"/>
          <ac:spMkLst>
            <pc:docMk/>
            <pc:sldMk cId="3570858257" sldId="2147375917"/>
            <ac:spMk id="21" creationId="{BCE94B8B-04DD-CD57-7C98-7EA932D5BB9B}"/>
          </ac:spMkLst>
        </pc:spChg>
        <pc:spChg chg="mod">
          <ac:chgData name="Jimmy GUERTIN" userId="60d5e20f-7699-43de-98b7-f4234786abe8" providerId="ADAL" clId="{69AD6934-BA48-C84E-A3FE-69B8E5D6B7CD}" dt="2025-04-03T12:17:04.549" v="14319" actId="207"/>
          <ac:spMkLst>
            <pc:docMk/>
            <pc:sldMk cId="3570858257" sldId="2147375917"/>
            <ac:spMk id="22" creationId="{E48A4CE2-6CE0-47E7-AA59-1DE4A0630B05}"/>
          </ac:spMkLst>
        </pc:spChg>
        <pc:spChg chg="mod">
          <ac:chgData name="Jimmy GUERTIN" userId="60d5e20f-7699-43de-98b7-f4234786abe8" providerId="ADAL" clId="{69AD6934-BA48-C84E-A3FE-69B8E5D6B7CD}" dt="2025-04-03T12:17:04.549" v="14319" actId="207"/>
          <ac:spMkLst>
            <pc:docMk/>
            <pc:sldMk cId="3570858257" sldId="2147375917"/>
            <ac:spMk id="23" creationId="{0B9E3B6C-FDAC-8A1C-5FA1-3245E81C1510}"/>
          </ac:spMkLst>
        </pc:spChg>
        <pc:spChg chg="mod">
          <ac:chgData name="Jimmy GUERTIN" userId="60d5e20f-7699-43de-98b7-f4234786abe8" providerId="ADAL" clId="{69AD6934-BA48-C84E-A3FE-69B8E5D6B7CD}" dt="2025-04-03T12:17:04.549" v="14319" actId="207"/>
          <ac:spMkLst>
            <pc:docMk/>
            <pc:sldMk cId="3570858257" sldId="2147375917"/>
            <ac:spMk id="30" creationId="{DDD74478-83B8-80D2-4678-51185E121BC5}"/>
          </ac:spMkLst>
        </pc:spChg>
        <pc:spChg chg="mod">
          <ac:chgData name="Jimmy GUERTIN" userId="60d5e20f-7699-43de-98b7-f4234786abe8" providerId="ADAL" clId="{69AD6934-BA48-C84E-A3FE-69B8E5D6B7CD}" dt="2025-04-03T12:17:04.549" v="14319" actId="207"/>
          <ac:spMkLst>
            <pc:docMk/>
            <pc:sldMk cId="3570858257" sldId="2147375917"/>
            <ac:spMk id="31" creationId="{70277EBD-73F7-381F-38D3-8407D84338B1}"/>
          </ac:spMkLst>
        </pc:spChg>
        <pc:spChg chg="mod">
          <ac:chgData name="Jimmy GUERTIN" userId="60d5e20f-7699-43de-98b7-f4234786abe8" providerId="ADAL" clId="{69AD6934-BA48-C84E-A3FE-69B8E5D6B7CD}" dt="2025-04-03T12:17:50.297" v="14342" actId="20577"/>
          <ac:spMkLst>
            <pc:docMk/>
            <pc:sldMk cId="3570858257" sldId="2147375917"/>
            <ac:spMk id="32" creationId="{6E878B78-292D-058D-EBD1-65D4103C030D}"/>
          </ac:spMkLst>
        </pc:spChg>
        <pc:spChg chg="mod">
          <ac:chgData name="Jimmy GUERTIN" userId="60d5e20f-7699-43de-98b7-f4234786abe8" providerId="ADAL" clId="{69AD6934-BA48-C84E-A3FE-69B8E5D6B7CD}" dt="2025-04-03T12:17:04.549" v="14319" actId="207"/>
          <ac:spMkLst>
            <pc:docMk/>
            <pc:sldMk cId="3570858257" sldId="2147375917"/>
            <ac:spMk id="33" creationId="{5FBC04C4-9120-A8A4-1AA2-DBBEDE1928A0}"/>
          </ac:spMkLst>
        </pc:spChg>
        <pc:spChg chg="mod">
          <ac:chgData name="Jimmy GUERTIN" userId="60d5e20f-7699-43de-98b7-f4234786abe8" providerId="ADAL" clId="{69AD6934-BA48-C84E-A3FE-69B8E5D6B7CD}" dt="2025-04-03T12:17:04.549" v="14319" actId="207"/>
          <ac:spMkLst>
            <pc:docMk/>
            <pc:sldMk cId="3570858257" sldId="2147375917"/>
            <ac:spMk id="34" creationId="{E2E9FB0C-4013-CF21-47B2-E82F805DCA8C}"/>
          </ac:spMkLst>
        </pc:spChg>
        <pc:spChg chg="mod">
          <ac:chgData name="Jimmy GUERTIN" userId="60d5e20f-7699-43de-98b7-f4234786abe8" providerId="ADAL" clId="{69AD6934-BA48-C84E-A3FE-69B8E5D6B7CD}" dt="2025-04-03T12:17:04.549" v="14319" actId="207"/>
          <ac:spMkLst>
            <pc:docMk/>
            <pc:sldMk cId="3570858257" sldId="2147375917"/>
            <ac:spMk id="35" creationId="{3EDE687E-7A92-3737-073F-DED1E497F704}"/>
          </ac:spMkLst>
        </pc:spChg>
        <pc:spChg chg="mod">
          <ac:chgData name="Jimmy GUERTIN" userId="60d5e20f-7699-43de-98b7-f4234786abe8" providerId="ADAL" clId="{69AD6934-BA48-C84E-A3FE-69B8E5D6B7CD}" dt="2025-03-27T14:44:29.947" v="3923" actId="20577"/>
          <ac:spMkLst>
            <pc:docMk/>
            <pc:sldMk cId="3570858257" sldId="2147375917"/>
            <ac:spMk id="39" creationId="{DD51EB4C-BF4A-E588-549F-2062793C8F43}"/>
          </ac:spMkLst>
        </pc:spChg>
        <pc:spChg chg="mod">
          <ac:chgData name="Jimmy GUERTIN" userId="60d5e20f-7699-43de-98b7-f4234786abe8" providerId="ADAL" clId="{69AD6934-BA48-C84E-A3FE-69B8E5D6B7CD}" dt="2025-04-03T09:54:36.568" v="13700" actId="14100"/>
          <ac:spMkLst>
            <pc:docMk/>
            <pc:sldMk cId="3570858257" sldId="2147375917"/>
            <ac:spMk id="42" creationId="{5708E83B-CC37-43F0-8F7D-9BA5BD54DEB5}"/>
          </ac:spMkLst>
        </pc:spChg>
        <pc:spChg chg="mod">
          <ac:chgData name="Jimmy GUERTIN" userId="60d5e20f-7699-43de-98b7-f4234786abe8" providerId="ADAL" clId="{69AD6934-BA48-C84E-A3FE-69B8E5D6B7CD}" dt="2025-04-03T09:52:35.677" v="13559" actId="20577"/>
          <ac:spMkLst>
            <pc:docMk/>
            <pc:sldMk cId="3570858257" sldId="2147375917"/>
            <ac:spMk id="43" creationId="{371771A7-E110-6258-34B4-A85E7FAB67F5}"/>
          </ac:spMkLst>
        </pc:spChg>
        <pc:spChg chg="mod">
          <ac:chgData name="Jimmy GUERTIN" userId="60d5e20f-7699-43de-98b7-f4234786abe8" providerId="ADAL" clId="{69AD6934-BA48-C84E-A3FE-69B8E5D6B7CD}" dt="2025-03-27T14:46:15.384" v="3943" actId="20577"/>
          <ac:spMkLst>
            <pc:docMk/>
            <pc:sldMk cId="3570858257" sldId="2147375917"/>
            <ac:spMk id="44" creationId="{F6F31541-C1D9-271C-8CE4-E8BDD5D5092E}"/>
          </ac:spMkLst>
        </pc:spChg>
        <pc:spChg chg="mod">
          <ac:chgData name="Jimmy GUERTIN" userId="60d5e20f-7699-43de-98b7-f4234786abe8" providerId="ADAL" clId="{69AD6934-BA48-C84E-A3FE-69B8E5D6B7CD}" dt="2025-03-27T14:46:33.761" v="3952" actId="207"/>
          <ac:spMkLst>
            <pc:docMk/>
            <pc:sldMk cId="3570858257" sldId="2147375917"/>
            <ac:spMk id="45" creationId="{BF889B5A-1C48-C2AF-B318-CEB1CB2CFC99}"/>
          </ac:spMkLst>
        </pc:spChg>
        <pc:spChg chg="mod">
          <ac:chgData name="Jimmy GUERTIN" userId="60d5e20f-7699-43de-98b7-f4234786abe8" providerId="ADAL" clId="{69AD6934-BA48-C84E-A3FE-69B8E5D6B7CD}" dt="2025-03-27T14:46:29.244" v="3951" actId="207"/>
          <ac:spMkLst>
            <pc:docMk/>
            <pc:sldMk cId="3570858257" sldId="2147375917"/>
            <ac:spMk id="46" creationId="{41D7D18D-D4EF-DFD5-9771-1860A5AA19A5}"/>
          </ac:spMkLst>
        </pc:spChg>
        <pc:spChg chg="mod">
          <ac:chgData name="Jimmy GUERTIN" userId="60d5e20f-7699-43de-98b7-f4234786abe8" providerId="ADAL" clId="{69AD6934-BA48-C84E-A3FE-69B8E5D6B7CD}" dt="2025-03-27T14:46:29.244" v="3951" actId="207"/>
          <ac:spMkLst>
            <pc:docMk/>
            <pc:sldMk cId="3570858257" sldId="2147375917"/>
            <ac:spMk id="48" creationId="{45B9E221-1BBB-B260-F9BF-1883A30943CE}"/>
          </ac:spMkLst>
        </pc:spChg>
        <pc:spChg chg="mod">
          <ac:chgData name="Jimmy GUERTIN" userId="60d5e20f-7699-43de-98b7-f4234786abe8" providerId="ADAL" clId="{69AD6934-BA48-C84E-A3FE-69B8E5D6B7CD}" dt="2025-03-27T14:46:33.761" v="3952" actId="207"/>
          <ac:spMkLst>
            <pc:docMk/>
            <pc:sldMk cId="3570858257" sldId="2147375917"/>
            <ac:spMk id="49" creationId="{F4294C27-1E7E-DB74-0A95-E110FA46C796}"/>
          </ac:spMkLst>
        </pc:spChg>
        <pc:picChg chg="add mod">
          <ac:chgData name="Jimmy GUERTIN" userId="60d5e20f-7699-43de-98b7-f4234786abe8" providerId="ADAL" clId="{69AD6934-BA48-C84E-A3FE-69B8E5D6B7CD}" dt="2025-03-27T14:45:28.610" v="3928" actId="1076"/>
          <ac:picMkLst>
            <pc:docMk/>
            <pc:sldMk cId="3570858257" sldId="2147375917"/>
            <ac:picMk id="3" creationId="{92DD9ED6-06A6-7F41-2E6E-4DE09B330DD3}"/>
          </ac:picMkLst>
        </pc:picChg>
      </pc:sldChg>
      <pc:sldChg chg="addSp delSp modSp add del mod">
        <pc:chgData name="Jimmy GUERTIN" userId="60d5e20f-7699-43de-98b7-f4234786abe8" providerId="ADAL" clId="{69AD6934-BA48-C84E-A3FE-69B8E5D6B7CD}" dt="2025-03-31T14:36:44.832" v="5029" actId="2696"/>
        <pc:sldMkLst>
          <pc:docMk/>
          <pc:sldMk cId="3040158615" sldId="2147375918"/>
        </pc:sldMkLst>
      </pc:sldChg>
      <pc:sldChg chg="addSp delSp modSp add mod">
        <pc:chgData name="Jimmy GUERTIN" userId="60d5e20f-7699-43de-98b7-f4234786abe8" providerId="ADAL" clId="{69AD6934-BA48-C84E-A3FE-69B8E5D6B7CD}" dt="2025-04-08T15:58:26.005" v="16652" actId="14100"/>
        <pc:sldMkLst>
          <pc:docMk/>
          <pc:sldMk cId="2641726465" sldId="2147375919"/>
        </pc:sldMkLst>
        <pc:spChg chg="mod">
          <ac:chgData name="Jimmy GUERTIN" userId="60d5e20f-7699-43de-98b7-f4234786abe8" providerId="ADAL" clId="{69AD6934-BA48-C84E-A3FE-69B8E5D6B7CD}" dt="2025-04-08T15:52:54.868" v="16571" actId="1076"/>
          <ac:spMkLst>
            <pc:docMk/>
            <pc:sldMk cId="2641726465" sldId="2147375919"/>
            <ac:spMk id="3" creationId="{D4CA9B8D-AD3A-18AF-080C-633A0E7CFA4E}"/>
          </ac:spMkLst>
        </pc:spChg>
        <pc:spChg chg="add del mod">
          <ac:chgData name="Jimmy GUERTIN" userId="60d5e20f-7699-43de-98b7-f4234786abe8" providerId="ADAL" clId="{69AD6934-BA48-C84E-A3FE-69B8E5D6B7CD}" dt="2025-04-08T15:45:53.016" v="16511" actId="478"/>
          <ac:spMkLst>
            <pc:docMk/>
            <pc:sldMk cId="2641726465" sldId="2147375919"/>
            <ac:spMk id="6" creationId="{FC4FAEE7-F7DD-7FB8-1514-7853D17974D4}"/>
          </ac:spMkLst>
        </pc:spChg>
        <pc:spChg chg="add del mod">
          <ac:chgData name="Jimmy GUERTIN" userId="60d5e20f-7699-43de-98b7-f4234786abe8" providerId="ADAL" clId="{69AD6934-BA48-C84E-A3FE-69B8E5D6B7CD}" dt="2025-04-08T15:42:47.846" v="16478" actId="478"/>
          <ac:spMkLst>
            <pc:docMk/>
            <pc:sldMk cId="2641726465" sldId="2147375919"/>
            <ac:spMk id="7" creationId="{AF055C56-DA8B-7967-3810-924C749E336E}"/>
          </ac:spMkLst>
        </pc:spChg>
        <pc:spChg chg="add mod">
          <ac:chgData name="Jimmy GUERTIN" userId="60d5e20f-7699-43de-98b7-f4234786abe8" providerId="ADAL" clId="{69AD6934-BA48-C84E-A3FE-69B8E5D6B7CD}" dt="2025-04-08T15:50:06.957" v="16538" actId="1076"/>
          <ac:spMkLst>
            <pc:docMk/>
            <pc:sldMk cId="2641726465" sldId="2147375919"/>
            <ac:spMk id="8" creationId="{77CAB4AF-38A8-BCDE-ED21-6F296E11E2DE}"/>
          </ac:spMkLst>
        </pc:spChg>
        <pc:spChg chg="add del mod">
          <ac:chgData name="Jimmy GUERTIN" userId="60d5e20f-7699-43de-98b7-f4234786abe8" providerId="ADAL" clId="{69AD6934-BA48-C84E-A3FE-69B8E5D6B7CD}" dt="2025-04-08T15:44:02.502" v="16503" actId="478"/>
          <ac:spMkLst>
            <pc:docMk/>
            <pc:sldMk cId="2641726465" sldId="2147375919"/>
            <ac:spMk id="9" creationId="{349E058F-7653-8FD4-8492-7B21B38A2B1E}"/>
          </ac:spMkLst>
        </pc:spChg>
        <pc:spChg chg="add del mod">
          <ac:chgData name="Jimmy GUERTIN" userId="60d5e20f-7699-43de-98b7-f4234786abe8" providerId="ADAL" clId="{69AD6934-BA48-C84E-A3FE-69B8E5D6B7CD}" dt="2025-04-08T15:42:47.846" v="16478" actId="478"/>
          <ac:spMkLst>
            <pc:docMk/>
            <pc:sldMk cId="2641726465" sldId="2147375919"/>
            <ac:spMk id="10" creationId="{71FECF36-344D-E88D-3F90-421B122FBE0A}"/>
          </ac:spMkLst>
        </pc:spChg>
        <pc:spChg chg="add del mod">
          <ac:chgData name="Jimmy GUERTIN" userId="60d5e20f-7699-43de-98b7-f4234786abe8" providerId="ADAL" clId="{69AD6934-BA48-C84E-A3FE-69B8E5D6B7CD}" dt="2025-04-08T15:51:28.727" v="16558" actId="478"/>
          <ac:spMkLst>
            <pc:docMk/>
            <pc:sldMk cId="2641726465" sldId="2147375919"/>
            <ac:spMk id="12" creationId="{D7C93E4D-9C21-9FA8-B2BF-7790D670C0D0}"/>
          </ac:spMkLst>
        </pc:spChg>
        <pc:spChg chg="add mod">
          <ac:chgData name="Jimmy GUERTIN" userId="60d5e20f-7699-43de-98b7-f4234786abe8" providerId="ADAL" clId="{69AD6934-BA48-C84E-A3FE-69B8E5D6B7CD}" dt="2025-04-08T15:58:26.005" v="16652" actId="14100"/>
          <ac:spMkLst>
            <pc:docMk/>
            <pc:sldMk cId="2641726465" sldId="2147375919"/>
            <ac:spMk id="15" creationId="{BE9729BF-54BF-95C9-00A8-49E1D25845A9}"/>
          </ac:spMkLst>
        </pc:spChg>
        <pc:spChg chg="add mod">
          <ac:chgData name="Jimmy GUERTIN" userId="60d5e20f-7699-43de-98b7-f4234786abe8" providerId="ADAL" clId="{69AD6934-BA48-C84E-A3FE-69B8E5D6B7CD}" dt="2025-04-08T15:58:14.169" v="16650" actId="1036"/>
          <ac:spMkLst>
            <pc:docMk/>
            <pc:sldMk cId="2641726465" sldId="2147375919"/>
            <ac:spMk id="16" creationId="{C62FCB2B-309B-4EBC-395D-14B9EBBDD447}"/>
          </ac:spMkLst>
        </pc:spChg>
        <pc:spChg chg="add mod">
          <ac:chgData name="Jimmy GUERTIN" userId="60d5e20f-7699-43de-98b7-f4234786abe8" providerId="ADAL" clId="{69AD6934-BA48-C84E-A3FE-69B8E5D6B7CD}" dt="2025-04-08T15:58:21.703" v="16651" actId="1076"/>
          <ac:spMkLst>
            <pc:docMk/>
            <pc:sldMk cId="2641726465" sldId="2147375919"/>
            <ac:spMk id="17" creationId="{A5B4ACF3-CF5B-30AD-20CB-84CF4DDBA782}"/>
          </ac:spMkLst>
        </pc:spChg>
        <pc:spChg chg="add del mod">
          <ac:chgData name="Jimmy GUERTIN" userId="60d5e20f-7699-43de-98b7-f4234786abe8" providerId="ADAL" clId="{69AD6934-BA48-C84E-A3FE-69B8E5D6B7CD}" dt="2025-04-08T15:55:37.646" v="16607" actId="478"/>
          <ac:spMkLst>
            <pc:docMk/>
            <pc:sldMk cId="2641726465" sldId="2147375919"/>
            <ac:spMk id="18" creationId="{676DDDA8-3ACE-342E-EC31-1A4E96F69819}"/>
          </ac:spMkLst>
        </pc:spChg>
        <pc:spChg chg="add mod">
          <ac:chgData name="Jimmy GUERTIN" userId="60d5e20f-7699-43de-98b7-f4234786abe8" providerId="ADAL" clId="{69AD6934-BA48-C84E-A3FE-69B8E5D6B7CD}" dt="2025-04-08T15:58:14.169" v="16650" actId="1036"/>
          <ac:spMkLst>
            <pc:docMk/>
            <pc:sldMk cId="2641726465" sldId="2147375919"/>
            <ac:spMk id="21" creationId="{3ADE73F5-0E39-46B1-73AE-9AE678D68F47}"/>
          </ac:spMkLst>
        </pc:spChg>
        <pc:spChg chg="mod">
          <ac:chgData name="Jimmy GUERTIN" userId="60d5e20f-7699-43de-98b7-f4234786abe8" providerId="ADAL" clId="{69AD6934-BA48-C84E-A3FE-69B8E5D6B7CD}" dt="2025-04-08T15:49:27.626" v="16533" actId="1076"/>
          <ac:spMkLst>
            <pc:docMk/>
            <pc:sldMk cId="2641726465" sldId="2147375919"/>
            <ac:spMk id="31" creationId="{6A4D63FE-E27C-555D-4671-A6B423A1CBED}"/>
          </ac:spMkLst>
        </pc:spChg>
        <pc:picChg chg="add mod">
          <ac:chgData name="Jimmy GUERTIN" userId="60d5e20f-7699-43de-98b7-f4234786abe8" providerId="ADAL" clId="{69AD6934-BA48-C84E-A3FE-69B8E5D6B7CD}" dt="2025-04-08T15:50:02.505" v="16537" actId="1076"/>
          <ac:picMkLst>
            <pc:docMk/>
            <pc:sldMk cId="2641726465" sldId="2147375919"/>
            <ac:picMk id="2" creationId="{48FCF1B2-A717-69DD-6AC7-1D2992ECE404}"/>
          </ac:picMkLst>
        </pc:picChg>
        <pc:picChg chg="add del mod">
          <ac:chgData name="Jimmy GUERTIN" userId="60d5e20f-7699-43de-98b7-f4234786abe8" providerId="ADAL" clId="{69AD6934-BA48-C84E-A3FE-69B8E5D6B7CD}" dt="2025-04-08T15:43:51.733" v="16499" actId="478"/>
          <ac:picMkLst>
            <pc:docMk/>
            <pc:sldMk cId="2641726465" sldId="2147375919"/>
            <ac:picMk id="4" creationId="{8E45704C-96FC-C0C5-232A-5331865A159A}"/>
          </ac:picMkLst>
        </pc:picChg>
        <pc:picChg chg="add mod">
          <ac:chgData name="Jimmy GUERTIN" userId="60d5e20f-7699-43de-98b7-f4234786abe8" providerId="ADAL" clId="{69AD6934-BA48-C84E-A3FE-69B8E5D6B7CD}" dt="2025-04-08T15:58:14.169" v="16650" actId="1036"/>
          <ac:picMkLst>
            <pc:docMk/>
            <pc:sldMk cId="2641726465" sldId="2147375919"/>
            <ac:picMk id="5" creationId="{7C710CA8-F708-7AB0-7379-2735ECE3061C}"/>
          </ac:picMkLst>
        </pc:picChg>
        <pc:picChg chg="add mod">
          <ac:chgData name="Jimmy GUERTIN" userId="60d5e20f-7699-43de-98b7-f4234786abe8" providerId="ADAL" clId="{69AD6934-BA48-C84E-A3FE-69B8E5D6B7CD}" dt="2025-04-08T15:44:13.082" v="16506"/>
          <ac:picMkLst>
            <pc:docMk/>
            <pc:sldMk cId="2641726465" sldId="2147375919"/>
            <ac:picMk id="11" creationId="{9314BBBC-83B5-2DD8-0E25-EDFAC6A21649}"/>
          </ac:picMkLst>
        </pc:picChg>
        <pc:picChg chg="add del mod">
          <ac:chgData name="Jimmy GUERTIN" userId="60d5e20f-7699-43de-98b7-f4234786abe8" providerId="ADAL" clId="{69AD6934-BA48-C84E-A3FE-69B8E5D6B7CD}" dt="2025-04-08T15:38:11.597" v="16462" actId="478"/>
          <ac:picMkLst>
            <pc:docMk/>
            <pc:sldMk cId="2641726465" sldId="2147375919"/>
            <ac:picMk id="13" creationId="{6FA23D6D-4A8A-5FE1-D6AA-802C3C519A4F}"/>
          </ac:picMkLst>
        </pc:picChg>
        <pc:picChg chg="add del mod">
          <ac:chgData name="Jimmy GUERTIN" userId="60d5e20f-7699-43de-98b7-f4234786abe8" providerId="ADAL" clId="{69AD6934-BA48-C84E-A3FE-69B8E5D6B7CD}" dt="2025-04-08T15:38:08.064" v="16460" actId="478"/>
          <ac:picMkLst>
            <pc:docMk/>
            <pc:sldMk cId="2641726465" sldId="2147375919"/>
            <ac:picMk id="14" creationId="{FE12C25B-DFE0-B38D-4D00-BD590C9054F5}"/>
          </ac:picMkLst>
        </pc:picChg>
        <pc:picChg chg="add del mod">
          <ac:chgData name="Jimmy GUERTIN" userId="60d5e20f-7699-43de-98b7-f4234786abe8" providerId="ADAL" clId="{69AD6934-BA48-C84E-A3FE-69B8E5D6B7CD}" dt="2025-04-08T15:38:11.597" v="16462" actId="478"/>
          <ac:picMkLst>
            <pc:docMk/>
            <pc:sldMk cId="2641726465" sldId="2147375919"/>
            <ac:picMk id="19" creationId="{708CCCEC-96F4-E404-7F40-75CE4A81DA03}"/>
          </ac:picMkLst>
        </pc:picChg>
        <pc:picChg chg="add mod">
          <ac:chgData name="Jimmy GUERTIN" userId="60d5e20f-7699-43de-98b7-f4234786abe8" providerId="ADAL" clId="{69AD6934-BA48-C84E-A3FE-69B8E5D6B7CD}" dt="2025-04-08T15:56:35.853" v="16625" actId="1076"/>
          <ac:picMkLst>
            <pc:docMk/>
            <pc:sldMk cId="2641726465" sldId="2147375919"/>
            <ac:picMk id="20" creationId="{30F675D7-2782-E3F9-6F2A-C6FD35A07553}"/>
          </ac:picMkLst>
        </pc:picChg>
        <pc:picChg chg="add del mod">
          <ac:chgData name="Jimmy GUERTIN" userId="60d5e20f-7699-43de-98b7-f4234786abe8" providerId="ADAL" clId="{69AD6934-BA48-C84E-A3FE-69B8E5D6B7CD}" dt="2025-04-08T15:38:09.584" v="16461" actId="478"/>
          <ac:picMkLst>
            <pc:docMk/>
            <pc:sldMk cId="2641726465" sldId="2147375919"/>
            <ac:picMk id="22" creationId="{0FC754E4-031F-113B-BDAC-422A417CA07C}"/>
          </ac:picMkLst>
        </pc:picChg>
      </pc:sldChg>
      <pc:sldChg chg="modSp add del mod">
        <pc:chgData name="Jimmy GUERTIN" userId="60d5e20f-7699-43de-98b7-f4234786abe8" providerId="ADAL" clId="{69AD6934-BA48-C84E-A3FE-69B8E5D6B7CD}" dt="2025-03-31T13:38:50.954" v="4910" actId="2696"/>
        <pc:sldMkLst>
          <pc:docMk/>
          <pc:sldMk cId="2915521589" sldId="2147375920"/>
        </pc:sldMkLst>
      </pc:sldChg>
      <pc:sldChg chg="modSp add del mod">
        <pc:chgData name="Jimmy GUERTIN" userId="60d5e20f-7699-43de-98b7-f4234786abe8" providerId="ADAL" clId="{69AD6934-BA48-C84E-A3FE-69B8E5D6B7CD}" dt="2025-03-31T13:38:50.943" v="4909" actId="2696"/>
        <pc:sldMkLst>
          <pc:docMk/>
          <pc:sldMk cId="83264078" sldId="2147375921"/>
        </pc:sldMkLst>
      </pc:sldChg>
      <pc:sldChg chg="addSp delSp modSp add del mod">
        <pc:chgData name="Jimmy GUERTIN" userId="60d5e20f-7699-43de-98b7-f4234786abe8" providerId="ADAL" clId="{69AD6934-BA48-C84E-A3FE-69B8E5D6B7CD}" dt="2025-04-02T10:14:07.631" v="9743" actId="2696"/>
        <pc:sldMkLst>
          <pc:docMk/>
          <pc:sldMk cId="2000527335" sldId="2147375922"/>
        </pc:sldMkLst>
      </pc:sldChg>
      <pc:sldChg chg="addSp delSp modSp add mod">
        <pc:chgData name="Jimmy GUERTIN" userId="60d5e20f-7699-43de-98b7-f4234786abe8" providerId="ADAL" clId="{69AD6934-BA48-C84E-A3FE-69B8E5D6B7CD}" dt="2025-04-03T13:10:59.703" v="14366" actId="20577"/>
        <pc:sldMkLst>
          <pc:docMk/>
          <pc:sldMk cId="2593117488" sldId="2147375923"/>
        </pc:sldMkLst>
        <pc:spChg chg="mod">
          <ac:chgData name="Jimmy GUERTIN" userId="60d5e20f-7699-43de-98b7-f4234786abe8" providerId="ADAL" clId="{69AD6934-BA48-C84E-A3FE-69B8E5D6B7CD}" dt="2025-04-03T13:10:59.703" v="14366" actId="20577"/>
          <ac:spMkLst>
            <pc:docMk/>
            <pc:sldMk cId="2593117488" sldId="2147375923"/>
            <ac:spMk id="3" creationId="{FE2949BF-92BF-A136-587B-4254F314CA60}"/>
          </ac:spMkLst>
        </pc:spChg>
        <pc:spChg chg="mod">
          <ac:chgData name="Jimmy GUERTIN" userId="60d5e20f-7699-43de-98b7-f4234786abe8" providerId="ADAL" clId="{69AD6934-BA48-C84E-A3FE-69B8E5D6B7CD}" dt="2025-04-01T09:51:44.064" v="6134"/>
          <ac:spMkLst>
            <pc:docMk/>
            <pc:sldMk cId="2593117488" sldId="2147375923"/>
            <ac:spMk id="9" creationId="{F31D42B6-72D4-1AE4-D3E5-745DB0FD0381}"/>
          </ac:spMkLst>
        </pc:spChg>
        <pc:spChg chg="mod">
          <ac:chgData name="Jimmy GUERTIN" userId="60d5e20f-7699-43de-98b7-f4234786abe8" providerId="ADAL" clId="{69AD6934-BA48-C84E-A3FE-69B8E5D6B7CD}" dt="2025-04-02T13:09:45.996" v="10214" actId="14100"/>
          <ac:spMkLst>
            <pc:docMk/>
            <pc:sldMk cId="2593117488" sldId="2147375923"/>
            <ac:spMk id="18" creationId="{2BFA986A-8DBD-C85C-A11C-16E26D984561}"/>
          </ac:spMkLst>
        </pc:spChg>
        <pc:spChg chg="mod">
          <ac:chgData name="Jimmy GUERTIN" userId="60d5e20f-7699-43de-98b7-f4234786abe8" providerId="ADAL" clId="{69AD6934-BA48-C84E-A3FE-69B8E5D6B7CD}" dt="2025-04-03T12:10:35.542" v="14154" actId="207"/>
          <ac:spMkLst>
            <pc:docMk/>
            <pc:sldMk cId="2593117488" sldId="2147375923"/>
            <ac:spMk id="31" creationId="{B1B0676D-649B-1DDA-5236-36415DA03194}"/>
          </ac:spMkLst>
        </pc:spChg>
        <pc:picChg chg="add mod">
          <ac:chgData name="Jimmy GUERTIN" userId="60d5e20f-7699-43de-98b7-f4234786abe8" providerId="ADAL" clId="{69AD6934-BA48-C84E-A3FE-69B8E5D6B7CD}" dt="2025-04-03T12:10:18.385" v="14149" actId="1076"/>
          <ac:picMkLst>
            <pc:docMk/>
            <pc:sldMk cId="2593117488" sldId="2147375923"/>
            <ac:picMk id="26" creationId="{986C8A7E-197E-3630-07B6-811A0FF86902}"/>
          </ac:picMkLst>
        </pc:picChg>
        <pc:picChg chg="add mod">
          <ac:chgData name="Jimmy GUERTIN" userId="60d5e20f-7699-43de-98b7-f4234786abe8" providerId="ADAL" clId="{69AD6934-BA48-C84E-A3FE-69B8E5D6B7CD}" dt="2025-04-03T12:10:23.102" v="14150" actId="1076"/>
          <ac:picMkLst>
            <pc:docMk/>
            <pc:sldMk cId="2593117488" sldId="2147375923"/>
            <ac:picMk id="33" creationId="{AEE09270-E4DA-3EA7-4C61-A1D0F9BDCD88}"/>
          </ac:picMkLst>
        </pc:picChg>
      </pc:sldChg>
      <pc:sldChg chg="addSp delSp modSp add del mod">
        <pc:chgData name="Jimmy GUERTIN" userId="60d5e20f-7699-43de-98b7-f4234786abe8" providerId="ADAL" clId="{69AD6934-BA48-C84E-A3FE-69B8E5D6B7CD}" dt="2025-04-08T13:43:24.285" v="16425" actId="20577"/>
        <pc:sldMkLst>
          <pc:docMk/>
          <pc:sldMk cId="467290333" sldId="2147375924"/>
        </pc:sldMkLst>
        <pc:spChg chg="add mod">
          <ac:chgData name="Jimmy GUERTIN" userId="60d5e20f-7699-43de-98b7-f4234786abe8" providerId="ADAL" clId="{69AD6934-BA48-C84E-A3FE-69B8E5D6B7CD}" dt="2025-04-03T12:12:33.704" v="14292" actId="20577"/>
          <ac:spMkLst>
            <pc:docMk/>
            <pc:sldMk cId="467290333" sldId="2147375924"/>
            <ac:spMk id="3" creationId="{ABC5D558-A06A-F688-7475-FF157C556491}"/>
          </ac:spMkLst>
        </pc:spChg>
        <pc:spChg chg="mod">
          <ac:chgData name="Jimmy GUERTIN" userId="60d5e20f-7699-43de-98b7-f4234786abe8" providerId="ADAL" clId="{69AD6934-BA48-C84E-A3FE-69B8E5D6B7CD}" dt="2025-04-08T13:43:24.285" v="16425" actId="20577"/>
          <ac:spMkLst>
            <pc:docMk/>
            <pc:sldMk cId="467290333" sldId="2147375924"/>
            <ac:spMk id="9" creationId="{3AC93697-F56E-1D71-BE08-D75C2F2A36D7}"/>
          </ac:spMkLst>
        </pc:spChg>
        <pc:spChg chg="add mod">
          <ac:chgData name="Jimmy GUERTIN" userId="60d5e20f-7699-43de-98b7-f4234786abe8" providerId="ADAL" clId="{69AD6934-BA48-C84E-A3FE-69B8E5D6B7CD}" dt="2025-04-03T12:11:29.341" v="14217" actId="20577"/>
          <ac:spMkLst>
            <pc:docMk/>
            <pc:sldMk cId="467290333" sldId="2147375924"/>
            <ac:spMk id="11" creationId="{6533D3F9-FF44-71A2-8673-BEFE1808BF80}"/>
          </ac:spMkLst>
        </pc:spChg>
        <pc:spChg chg="add mod">
          <ac:chgData name="Jimmy GUERTIN" userId="60d5e20f-7699-43de-98b7-f4234786abe8" providerId="ADAL" clId="{69AD6934-BA48-C84E-A3FE-69B8E5D6B7CD}" dt="2025-04-03T12:12:00.045" v="14249" actId="20577"/>
          <ac:spMkLst>
            <pc:docMk/>
            <pc:sldMk cId="467290333" sldId="2147375924"/>
            <ac:spMk id="21" creationId="{E899A4E0-904F-4C4C-538C-DBD65E23D2B0}"/>
          </ac:spMkLst>
        </pc:spChg>
        <pc:picChg chg="add mod">
          <ac:chgData name="Jimmy GUERTIN" userId="60d5e20f-7699-43de-98b7-f4234786abe8" providerId="ADAL" clId="{69AD6934-BA48-C84E-A3FE-69B8E5D6B7CD}" dt="2025-04-02T09:18:02.369" v="9400" actId="1076"/>
          <ac:picMkLst>
            <pc:docMk/>
            <pc:sldMk cId="467290333" sldId="2147375924"/>
            <ac:picMk id="2" creationId="{89E32A7C-72D8-A8F0-E175-934C63DEF909}"/>
          </ac:picMkLst>
        </pc:picChg>
        <pc:picChg chg="add mod">
          <ac:chgData name="Jimmy GUERTIN" userId="60d5e20f-7699-43de-98b7-f4234786abe8" providerId="ADAL" clId="{69AD6934-BA48-C84E-A3FE-69B8E5D6B7CD}" dt="2025-04-01T14:34:02.466" v="8416" actId="1076"/>
          <ac:picMkLst>
            <pc:docMk/>
            <pc:sldMk cId="467290333" sldId="2147375924"/>
            <ac:picMk id="7" creationId="{0DF4C013-34B2-7AE8-7E4A-2082F9874A76}"/>
          </ac:picMkLst>
        </pc:picChg>
        <pc:picChg chg="add mod">
          <ac:chgData name="Jimmy GUERTIN" userId="60d5e20f-7699-43de-98b7-f4234786abe8" providerId="ADAL" clId="{69AD6934-BA48-C84E-A3FE-69B8E5D6B7CD}" dt="2025-04-01T14:41:26.102" v="8617" actId="1076"/>
          <ac:picMkLst>
            <pc:docMk/>
            <pc:sldMk cId="467290333" sldId="2147375924"/>
            <ac:picMk id="12" creationId="{4A942837-6D25-907C-60AE-66F1D35C56F1}"/>
          </ac:picMkLst>
        </pc:picChg>
      </pc:sldChg>
      <pc:sldChg chg="add del">
        <pc:chgData name="Jimmy GUERTIN" userId="60d5e20f-7699-43de-98b7-f4234786abe8" providerId="ADAL" clId="{69AD6934-BA48-C84E-A3FE-69B8E5D6B7CD}" dt="2025-03-27T15:50:18.098" v="4351"/>
        <pc:sldMkLst>
          <pc:docMk/>
          <pc:sldMk cId="4004687175" sldId="2147375924"/>
        </pc:sldMkLst>
      </pc:sldChg>
      <pc:sldChg chg="addSp modSp new mod">
        <pc:chgData name="Jimmy GUERTIN" userId="60d5e20f-7699-43de-98b7-f4234786abe8" providerId="ADAL" clId="{69AD6934-BA48-C84E-A3FE-69B8E5D6B7CD}" dt="2025-04-03T11:57:00.093" v="13785" actId="1076"/>
        <pc:sldMkLst>
          <pc:docMk/>
          <pc:sldMk cId="2452635601" sldId="2147375925"/>
        </pc:sldMkLst>
        <pc:spChg chg="mod">
          <ac:chgData name="Jimmy GUERTIN" userId="60d5e20f-7699-43de-98b7-f4234786abe8" providerId="ADAL" clId="{69AD6934-BA48-C84E-A3FE-69B8E5D6B7CD}" dt="2025-04-03T09:44:05.887" v="13106" actId="20577"/>
          <ac:spMkLst>
            <pc:docMk/>
            <pc:sldMk cId="2452635601" sldId="2147375925"/>
            <ac:spMk id="2" creationId="{5F51598D-6192-48F1-FFB4-8EFC7F93B2D5}"/>
          </ac:spMkLst>
        </pc:spChg>
        <pc:picChg chg="add mod modCrop">
          <ac:chgData name="Jimmy GUERTIN" userId="60d5e20f-7699-43de-98b7-f4234786abe8" providerId="ADAL" clId="{69AD6934-BA48-C84E-A3FE-69B8E5D6B7CD}" dt="2025-04-03T11:56:54.523" v="13784" actId="14100"/>
          <ac:picMkLst>
            <pc:docMk/>
            <pc:sldMk cId="2452635601" sldId="2147375925"/>
            <ac:picMk id="3" creationId="{9AA8E997-52C2-B479-248F-24CC83AEA6C6}"/>
          </ac:picMkLst>
        </pc:picChg>
        <pc:picChg chg="add mod">
          <ac:chgData name="Jimmy GUERTIN" userId="60d5e20f-7699-43de-98b7-f4234786abe8" providerId="ADAL" clId="{69AD6934-BA48-C84E-A3FE-69B8E5D6B7CD}" dt="2025-04-03T11:57:00.093" v="13785" actId="1076"/>
          <ac:picMkLst>
            <pc:docMk/>
            <pc:sldMk cId="2452635601" sldId="2147375925"/>
            <ac:picMk id="4" creationId="{0743F388-46AF-16A8-774C-B4AB058C3A5C}"/>
          </ac:picMkLst>
        </pc:picChg>
      </pc:sldChg>
      <pc:sldChg chg="addSp delSp modSp add mod">
        <pc:chgData name="Jimmy GUERTIN" userId="60d5e20f-7699-43de-98b7-f4234786abe8" providerId="ADAL" clId="{69AD6934-BA48-C84E-A3FE-69B8E5D6B7CD}" dt="2025-04-08T16:24:54.935" v="16689" actId="14100"/>
        <pc:sldMkLst>
          <pc:docMk/>
          <pc:sldMk cId="815082982" sldId="2147375926"/>
        </pc:sldMkLst>
        <pc:spChg chg="mod">
          <ac:chgData name="Jimmy GUERTIN" userId="60d5e20f-7699-43de-98b7-f4234786abe8" providerId="ADAL" clId="{69AD6934-BA48-C84E-A3FE-69B8E5D6B7CD}" dt="2025-04-08T16:24:54.935" v="16689" actId="14100"/>
          <ac:spMkLst>
            <pc:docMk/>
            <pc:sldMk cId="815082982" sldId="2147375926"/>
            <ac:spMk id="3" creationId="{77A9B2C2-9788-233F-D729-1E7D78F410B6}"/>
          </ac:spMkLst>
        </pc:spChg>
        <pc:spChg chg="add mod">
          <ac:chgData name="Jimmy GUERTIN" userId="60d5e20f-7699-43de-98b7-f4234786abe8" providerId="ADAL" clId="{69AD6934-BA48-C84E-A3FE-69B8E5D6B7CD}" dt="2025-04-03T12:00:20.382" v="13875" actId="207"/>
          <ac:spMkLst>
            <pc:docMk/>
            <pc:sldMk cId="815082982" sldId="2147375926"/>
            <ac:spMk id="7" creationId="{D9D06F21-DE74-CC8D-2610-28A05451DF5E}"/>
          </ac:spMkLst>
        </pc:spChg>
        <pc:spChg chg="add del mod">
          <ac:chgData name="Jimmy GUERTIN" userId="60d5e20f-7699-43de-98b7-f4234786abe8" providerId="ADAL" clId="{69AD6934-BA48-C84E-A3FE-69B8E5D6B7CD}" dt="2025-04-02T11:53:24.621" v="9784" actId="478"/>
          <ac:spMkLst>
            <pc:docMk/>
            <pc:sldMk cId="815082982" sldId="2147375926"/>
            <ac:spMk id="8" creationId="{63EF488C-9BB6-5BFA-1C11-42F5814B6143}"/>
          </ac:spMkLst>
        </pc:spChg>
        <pc:spChg chg="add mod">
          <ac:chgData name="Jimmy GUERTIN" userId="60d5e20f-7699-43de-98b7-f4234786abe8" providerId="ADAL" clId="{69AD6934-BA48-C84E-A3FE-69B8E5D6B7CD}" dt="2025-04-03T12:00:23.567" v="13877" actId="207"/>
          <ac:spMkLst>
            <pc:docMk/>
            <pc:sldMk cId="815082982" sldId="2147375926"/>
            <ac:spMk id="9" creationId="{7E65FE1D-70CE-D268-2142-288771E7D5E1}"/>
          </ac:spMkLst>
        </pc:spChg>
        <pc:spChg chg="add mod">
          <ac:chgData name="Jimmy GUERTIN" userId="60d5e20f-7699-43de-98b7-f4234786abe8" providerId="ADAL" clId="{69AD6934-BA48-C84E-A3FE-69B8E5D6B7CD}" dt="2025-04-03T12:00:26.719" v="13878" actId="207"/>
          <ac:spMkLst>
            <pc:docMk/>
            <pc:sldMk cId="815082982" sldId="2147375926"/>
            <ac:spMk id="10" creationId="{3EDD0E8F-741C-47C8-50F8-E964B8B22635}"/>
          </ac:spMkLst>
        </pc:spChg>
        <pc:spChg chg="add del mod">
          <ac:chgData name="Jimmy GUERTIN" userId="60d5e20f-7699-43de-98b7-f4234786abe8" providerId="ADAL" clId="{69AD6934-BA48-C84E-A3FE-69B8E5D6B7CD}" dt="2025-04-02T11:53:24.621" v="9784" actId="478"/>
          <ac:spMkLst>
            <pc:docMk/>
            <pc:sldMk cId="815082982" sldId="2147375926"/>
            <ac:spMk id="11" creationId="{5673BC80-210C-065E-68F9-33B81860DA68}"/>
          </ac:spMkLst>
        </pc:spChg>
        <pc:spChg chg="mod">
          <ac:chgData name="Jimmy GUERTIN" userId="60d5e20f-7699-43de-98b7-f4234786abe8" providerId="ADAL" clId="{69AD6934-BA48-C84E-A3FE-69B8E5D6B7CD}" dt="2025-04-02T11:53:24.959" v="9786" actId="14100"/>
          <ac:spMkLst>
            <pc:docMk/>
            <pc:sldMk cId="815082982" sldId="2147375926"/>
            <ac:spMk id="18" creationId="{1484F1C6-5B85-A3E9-8F8C-36367BD726C9}"/>
          </ac:spMkLst>
        </pc:spChg>
        <pc:spChg chg="mod">
          <ac:chgData name="Jimmy GUERTIN" userId="60d5e20f-7699-43de-98b7-f4234786abe8" providerId="ADAL" clId="{69AD6934-BA48-C84E-A3FE-69B8E5D6B7CD}" dt="2025-04-03T12:00:31.737" v="13881" actId="208"/>
          <ac:spMkLst>
            <pc:docMk/>
            <pc:sldMk cId="815082982" sldId="2147375926"/>
            <ac:spMk id="31" creationId="{67C74783-B7C1-2690-F9C8-3DC6BA514288}"/>
          </ac:spMkLst>
        </pc:spChg>
        <pc:picChg chg="add mod">
          <ac:chgData name="Jimmy GUERTIN" userId="60d5e20f-7699-43de-98b7-f4234786abe8" providerId="ADAL" clId="{69AD6934-BA48-C84E-A3FE-69B8E5D6B7CD}" dt="2025-04-03T07:46:07.968" v="12772" actId="1076"/>
          <ac:picMkLst>
            <pc:docMk/>
            <pc:sldMk cId="815082982" sldId="2147375926"/>
            <ac:picMk id="4" creationId="{8F738B5A-103C-ED22-B911-9A833C3F6CD7}"/>
          </ac:picMkLst>
        </pc:picChg>
        <pc:picChg chg="add mod">
          <ac:chgData name="Jimmy GUERTIN" userId="60d5e20f-7699-43de-98b7-f4234786abe8" providerId="ADAL" clId="{69AD6934-BA48-C84E-A3FE-69B8E5D6B7CD}" dt="2025-04-03T07:47:34.496" v="12777" actId="1076"/>
          <ac:picMkLst>
            <pc:docMk/>
            <pc:sldMk cId="815082982" sldId="2147375926"/>
            <ac:picMk id="5" creationId="{80445938-50B2-9C75-808E-4C9364F313B2}"/>
          </ac:picMkLst>
        </pc:picChg>
        <pc:picChg chg="add mod">
          <ac:chgData name="Jimmy GUERTIN" userId="60d5e20f-7699-43de-98b7-f4234786abe8" providerId="ADAL" clId="{69AD6934-BA48-C84E-A3FE-69B8E5D6B7CD}" dt="2025-04-02T12:08:58.602" v="9822" actId="1036"/>
          <ac:picMkLst>
            <pc:docMk/>
            <pc:sldMk cId="815082982" sldId="2147375926"/>
            <ac:picMk id="13" creationId="{AA606C9A-A373-4620-16FC-01521314F232}"/>
          </ac:picMkLst>
        </pc:picChg>
      </pc:sldChg>
      <pc:sldChg chg="add del">
        <pc:chgData name="Jimmy GUERTIN" userId="60d5e20f-7699-43de-98b7-f4234786abe8" providerId="ADAL" clId="{69AD6934-BA48-C84E-A3FE-69B8E5D6B7CD}" dt="2025-03-31T13:22:11.974" v="4861" actId="2696"/>
        <pc:sldMkLst>
          <pc:docMk/>
          <pc:sldMk cId="301340255" sldId="2147375927"/>
        </pc:sldMkLst>
      </pc:sldChg>
      <pc:sldChg chg="addSp delSp modSp add del mod ord">
        <pc:chgData name="Jimmy GUERTIN" userId="60d5e20f-7699-43de-98b7-f4234786abe8" providerId="ADAL" clId="{69AD6934-BA48-C84E-A3FE-69B8E5D6B7CD}" dt="2025-04-02T09:57:21.532" v="9487" actId="2696"/>
        <pc:sldMkLst>
          <pc:docMk/>
          <pc:sldMk cId="4137802270" sldId="2147375927"/>
        </pc:sldMkLst>
      </pc:sldChg>
      <pc:sldChg chg="addSp delSp modSp add mod ord setBg">
        <pc:chgData name="Jimmy GUERTIN" userId="60d5e20f-7699-43de-98b7-f4234786abe8" providerId="ADAL" clId="{69AD6934-BA48-C84E-A3FE-69B8E5D6B7CD}" dt="2025-04-03T12:19:34.062" v="14349" actId="14100"/>
        <pc:sldMkLst>
          <pc:docMk/>
          <pc:sldMk cId="2161835283" sldId="2147375928"/>
        </pc:sldMkLst>
        <pc:spChg chg="add del mod">
          <ac:chgData name="Jimmy GUERTIN" userId="60d5e20f-7699-43de-98b7-f4234786abe8" providerId="ADAL" clId="{69AD6934-BA48-C84E-A3FE-69B8E5D6B7CD}" dt="2025-04-03T12:01:13.644" v="13908" actId="20577"/>
          <ac:spMkLst>
            <pc:docMk/>
            <pc:sldMk cId="2161835283" sldId="2147375928"/>
            <ac:spMk id="4" creationId="{AC9E1C13-065D-1DCF-DD79-1021E8AD7E46}"/>
          </ac:spMkLst>
        </pc:spChg>
        <pc:spChg chg="add mod">
          <ac:chgData name="Jimmy GUERTIN" userId="60d5e20f-7699-43de-98b7-f4234786abe8" providerId="ADAL" clId="{69AD6934-BA48-C84E-A3FE-69B8E5D6B7CD}" dt="2025-04-03T12:01:18.513" v="13909" actId="1076"/>
          <ac:spMkLst>
            <pc:docMk/>
            <pc:sldMk cId="2161835283" sldId="2147375928"/>
            <ac:spMk id="5" creationId="{32954091-D962-0277-F96E-EC56E2446774}"/>
          </ac:spMkLst>
        </pc:spChg>
        <pc:spChg chg="mod">
          <ac:chgData name="Jimmy GUERTIN" userId="60d5e20f-7699-43de-98b7-f4234786abe8" providerId="ADAL" clId="{69AD6934-BA48-C84E-A3FE-69B8E5D6B7CD}" dt="2025-04-02T12:20:52.378" v="9857" actId="1037"/>
          <ac:spMkLst>
            <pc:docMk/>
            <pc:sldMk cId="2161835283" sldId="2147375928"/>
            <ac:spMk id="9" creationId="{B60648A5-A8F7-12A8-C363-F734C11BED43}"/>
          </ac:spMkLst>
        </pc:spChg>
        <pc:spChg chg="add mod">
          <ac:chgData name="Jimmy GUERTIN" userId="60d5e20f-7699-43de-98b7-f4234786abe8" providerId="ADAL" clId="{69AD6934-BA48-C84E-A3FE-69B8E5D6B7CD}" dt="2025-04-02T12:55:27.050" v="10125" actId="1038"/>
          <ac:spMkLst>
            <pc:docMk/>
            <pc:sldMk cId="2161835283" sldId="2147375928"/>
            <ac:spMk id="10" creationId="{DE05B6FE-3963-57F4-6AF2-50C9B1DEE69A}"/>
          </ac:spMkLst>
        </pc:spChg>
        <pc:spChg chg="add mod">
          <ac:chgData name="Jimmy GUERTIN" userId="60d5e20f-7699-43de-98b7-f4234786abe8" providerId="ADAL" clId="{69AD6934-BA48-C84E-A3FE-69B8E5D6B7CD}" dt="2025-04-03T12:19:30.963" v="14348" actId="20577"/>
          <ac:spMkLst>
            <pc:docMk/>
            <pc:sldMk cId="2161835283" sldId="2147375928"/>
            <ac:spMk id="11" creationId="{D6541E34-CE8C-B163-8C7D-7C6382CA0D5E}"/>
          </ac:spMkLst>
        </pc:spChg>
        <pc:spChg chg="add mod">
          <ac:chgData name="Jimmy GUERTIN" userId="60d5e20f-7699-43de-98b7-f4234786abe8" providerId="ADAL" clId="{69AD6934-BA48-C84E-A3FE-69B8E5D6B7CD}" dt="2025-04-02T12:55:16.364" v="10076" actId="1038"/>
          <ac:spMkLst>
            <pc:docMk/>
            <pc:sldMk cId="2161835283" sldId="2147375928"/>
            <ac:spMk id="17" creationId="{5E489AA5-FC7E-94C1-1F74-A39777B9C841}"/>
          </ac:spMkLst>
        </pc:spChg>
        <pc:spChg chg="mod">
          <ac:chgData name="Jimmy GUERTIN" userId="60d5e20f-7699-43de-98b7-f4234786abe8" providerId="ADAL" clId="{69AD6934-BA48-C84E-A3FE-69B8E5D6B7CD}" dt="2025-04-02T12:35:18.372" v="10038" actId="14100"/>
          <ac:spMkLst>
            <pc:docMk/>
            <pc:sldMk cId="2161835283" sldId="2147375928"/>
            <ac:spMk id="18" creationId="{2D1583C4-92DB-1764-672A-E1A45997E414}"/>
          </ac:spMkLst>
        </pc:spChg>
        <pc:spChg chg="mod">
          <ac:chgData name="Jimmy GUERTIN" userId="60d5e20f-7699-43de-98b7-f4234786abe8" providerId="ADAL" clId="{69AD6934-BA48-C84E-A3FE-69B8E5D6B7CD}" dt="2025-04-02T12:35:21.457" v="10039" actId="14100"/>
          <ac:spMkLst>
            <pc:docMk/>
            <pc:sldMk cId="2161835283" sldId="2147375928"/>
            <ac:spMk id="20" creationId="{A05004F0-8A1D-D2B4-7D29-799BAB780611}"/>
          </ac:spMkLst>
        </pc:spChg>
        <pc:spChg chg="mod">
          <ac:chgData name="Jimmy GUERTIN" userId="60d5e20f-7699-43de-98b7-f4234786abe8" providerId="ADAL" clId="{69AD6934-BA48-C84E-A3FE-69B8E5D6B7CD}" dt="2025-04-02T10:05:58.605" v="9677" actId="1076"/>
          <ac:spMkLst>
            <pc:docMk/>
            <pc:sldMk cId="2161835283" sldId="2147375928"/>
            <ac:spMk id="21" creationId="{C1014F44-DAD2-43CB-850A-E631BEF6FF5F}"/>
          </ac:spMkLst>
        </pc:spChg>
        <pc:spChg chg="add mod">
          <ac:chgData name="Jimmy GUERTIN" userId="60d5e20f-7699-43de-98b7-f4234786abe8" providerId="ADAL" clId="{69AD6934-BA48-C84E-A3FE-69B8E5D6B7CD}" dt="2025-04-02T12:55:16.364" v="10076" actId="1038"/>
          <ac:spMkLst>
            <pc:docMk/>
            <pc:sldMk cId="2161835283" sldId="2147375928"/>
            <ac:spMk id="29" creationId="{815E7C8E-BC31-36FE-C3FF-BA13DD1805DE}"/>
          </ac:spMkLst>
        </pc:spChg>
        <pc:spChg chg="add mod">
          <ac:chgData name="Jimmy GUERTIN" userId="60d5e20f-7699-43de-98b7-f4234786abe8" providerId="ADAL" clId="{69AD6934-BA48-C84E-A3FE-69B8E5D6B7CD}" dt="2025-04-02T12:55:16.364" v="10076" actId="1038"/>
          <ac:spMkLst>
            <pc:docMk/>
            <pc:sldMk cId="2161835283" sldId="2147375928"/>
            <ac:spMk id="30" creationId="{721E37B7-5D26-7536-2432-71A292B97DD6}"/>
          </ac:spMkLst>
        </pc:spChg>
        <pc:spChg chg="add mod">
          <ac:chgData name="Jimmy GUERTIN" userId="60d5e20f-7699-43de-98b7-f4234786abe8" providerId="ADAL" clId="{69AD6934-BA48-C84E-A3FE-69B8E5D6B7CD}" dt="2025-04-03T12:19:34.062" v="14349" actId="14100"/>
          <ac:spMkLst>
            <pc:docMk/>
            <pc:sldMk cId="2161835283" sldId="2147375928"/>
            <ac:spMk id="36" creationId="{C0A8B7A9-B954-D906-AA13-E583E9427603}"/>
          </ac:spMkLst>
        </pc:spChg>
        <pc:spChg chg="add mod">
          <ac:chgData name="Jimmy GUERTIN" userId="60d5e20f-7699-43de-98b7-f4234786abe8" providerId="ADAL" clId="{69AD6934-BA48-C84E-A3FE-69B8E5D6B7CD}" dt="2025-04-02T12:56:52" v="10126" actId="692"/>
          <ac:spMkLst>
            <pc:docMk/>
            <pc:sldMk cId="2161835283" sldId="2147375928"/>
            <ac:spMk id="37" creationId="{A107CAC8-6238-EF8F-819F-BBBC7143A12D}"/>
          </ac:spMkLst>
        </pc:spChg>
        <pc:picChg chg="add mod">
          <ac:chgData name="Jimmy GUERTIN" userId="60d5e20f-7699-43de-98b7-f4234786abe8" providerId="ADAL" clId="{69AD6934-BA48-C84E-A3FE-69B8E5D6B7CD}" dt="2025-04-02T12:20:57.113" v="9858" actId="14100"/>
          <ac:picMkLst>
            <pc:docMk/>
            <pc:sldMk cId="2161835283" sldId="2147375928"/>
            <ac:picMk id="3" creationId="{E09CE6DC-F8ED-CE57-F015-7BE25771E861}"/>
          </ac:picMkLst>
        </pc:picChg>
        <pc:picChg chg="add mod">
          <ac:chgData name="Jimmy GUERTIN" userId="60d5e20f-7699-43de-98b7-f4234786abe8" providerId="ADAL" clId="{69AD6934-BA48-C84E-A3FE-69B8E5D6B7CD}" dt="2025-04-02T12:55:27.050" v="10125" actId="1038"/>
          <ac:picMkLst>
            <pc:docMk/>
            <pc:sldMk cId="2161835283" sldId="2147375928"/>
            <ac:picMk id="7" creationId="{2AB8281F-594F-9A59-063F-489510E40A6A}"/>
          </ac:picMkLst>
        </pc:picChg>
        <pc:picChg chg="add mod">
          <ac:chgData name="Jimmy GUERTIN" userId="60d5e20f-7699-43de-98b7-f4234786abe8" providerId="ADAL" clId="{69AD6934-BA48-C84E-A3FE-69B8E5D6B7CD}" dt="2025-04-02T12:55:16.364" v="10076" actId="1038"/>
          <ac:picMkLst>
            <pc:docMk/>
            <pc:sldMk cId="2161835283" sldId="2147375928"/>
            <ac:picMk id="31" creationId="{79A874A6-E40C-C751-179F-617C5B184408}"/>
          </ac:picMkLst>
        </pc:picChg>
        <pc:picChg chg="add mod">
          <ac:chgData name="Jimmy GUERTIN" userId="60d5e20f-7699-43de-98b7-f4234786abe8" providerId="ADAL" clId="{69AD6934-BA48-C84E-A3FE-69B8E5D6B7CD}" dt="2025-04-02T12:55:16.364" v="10076" actId="1038"/>
          <ac:picMkLst>
            <pc:docMk/>
            <pc:sldMk cId="2161835283" sldId="2147375928"/>
            <ac:picMk id="32" creationId="{B0AD5524-8B0E-3DF8-E81D-368FB3FE7820}"/>
          </ac:picMkLst>
        </pc:picChg>
        <pc:picChg chg="add mod">
          <ac:chgData name="Jimmy GUERTIN" userId="60d5e20f-7699-43de-98b7-f4234786abe8" providerId="ADAL" clId="{69AD6934-BA48-C84E-A3FE-69B8E5D6B7CD}" dt="2025-04-02T12:55:16.364" v="10076" actId="1038"/>
          <ac:picMkLst>
            <pc:docMk/>
            <pc:sldMk cId="2161835283" sldId="2147375928"/>
            <ac:picMk id="33" creationId="{F9F203D4-2210-7B75-0C6A-0C8DE0AC3EE6}"/>
          </ac:picMkLst>
        </pc:picChg>
        <pc:picChg chg="add mod">
          <ac:chgData name="Jimmy GUERTIN" userId="60d5e20f-7699-43de-98b7-f4234786abe8" providerId="ADAL" clId="{69AD6934-BA48-C84E-A3FE-69B8E5D6B7CD}" dt="2025-04-02T12:41:50.396" v="10040" actId="1076"/>
          <ac:picMkLst>
            <pc:docMk/>
            <pc:sldMk cId="2161835283" sldId="2147375928"/>
            <ac:picMk id="39" creationId="{D3D6B5CE-6BA2-3CA4-F069-D13DB40F24B2}"/>
          </ac:picMkLst>
        </pc:picChg>
      </pc:sldChg>
      <pc:sldChg chg="addSp delSp modSp add del mod">
        <pc:chgData name="Jimmy GUERTIN" userId="60d5e20f-7699-43de-98b7-f4234786abe8" providerId="ADAL" clId="{69AD6934-BA48-C84E-A3FE-69B8E5D6B7CD}" dt="2025-04-01T12:36:10.208" v="7901" actId="2696"/>
        <pc:sldMkLst>
          <pc:docMk/>
          <pc:sldMk cId="477977530" sldId="2147375929"/>
        </pc:sldMkLst>
      </pc:sldChg>
      <pc:sldChg chg="addSp delSp modSp add mod delAnim modAnim">
        <pc:chgData name="Jimmy GUERTIN" userId="60d5e20f-7699-43de-98b7-f4234786abe8" providerId="ADAL" clId="{69AD6934-BA48-C84E-A3FE-69B8E5D6B7CD}" dt="2025-04-03T11:54:48.608" v="13752" actId="20577"/>
        <pc:sldMkLst>
          <pc:docMk/>
          <pc:sldMk cId="1198358753" sldId="2147375930"/>
        </pc:sldMkLst>
        <pc:spChg chg="mod">
          <ac:chgData name="Jimmy GUERTIN" userId="60d5e20f-7699-43de-98b7-f4234786abe8" providerId="ADAL" clId="{69AD6934-BA48-C84E-A3FE-69B8E5D6B7CD}" dt="2025-04-02T15:16:59.514" v="12187"/>
          <ac:spMkLst>
            <pc:docMk/>
            <pc:sldMk cId="1198358753" sldId="2147375930"/>
            <ac:spMk id="2" creationId="{D5DE77C3-1450-59A0-C1C1-F546EDD5CD93}"/>
          </ac:spMkLst>
        </pc:spChg>
        <pc:spChg chg="add mod">
          <ac:chgData name="Jimmy GUERTIN" userId="60d5e20f-7699-43de-98b7-f4234786abe8" providerId="ADAL" clId="{69AD6934-BA48-C84E-A3FE-69B8E5D6B7CD}" dt="2025-04-02T14:58:31.992" v="11264" actId="14100"/>
          <ac:spMkLst>
            <pc:docMk/>
            <pc:sldMk cId="1198358753" sldId="2147375930"/>
            <ac:spMk id="3" creationId="{D1965586-DD68-8925-45EA-214959442221}"/>
          </ac:spMkLst>
        </pc:spChg>
        <pc:spChg chg="add mod">
          <ac:chgData name="Jimmy GUERTIN" userId="60d5e20f-7699-43de-98b7-f4234786abe8" providerId="ADAL" clId="{69AD6934-BA48-C84E-A3FE-69B8E5D6B7CD}" dt="2025-04-02T14:13:43.274" v="10905" actId="20577"/>
          <ac:spMkLst>
            <pc:docMk/>
            <pc:sldMk cId="1198358753" sldId="2147375930"/>
            <ac:spMk id="4" creationId="{45EE4566-2DD8-A6EC-96D9-1E288B4250B1}"/>
          </ac:spMkLst>
        </pc:spChg>
        <pc:spChg chg="add mod">
          <ac:chgData name="Jimmy GUERTIN" userId="60d5e20f-7699-43de-98b7-f4234786abe8" providerId="ADAL" clId="{69AD6934-BA48-C84E-A3FE-69B8E5D6B7CD}" dt="2025-04-02T15:10:42.193" v="11883" actId="1076"/>
          <ac:spMkLst>
            <pc:docMk/>
            <pc:sldMk cId="1198358753" sldId="2147375930"/>
            <ac:spMk id="5" creationId="{E1DFCAED-B17B-839A-58C4-5D9329498AA3}"/>
          </ac:spMkLst>
        </pc:spChg>
        <pc:spChg chg="add mod">
          <ac:chgData name="Jimmy GUERTIN" userId="60d5e20f-7699-43de-98b7-f4234786abe8" providerId="ADAL" clId="{69AD6934-BA48-C84E-A3FE-69B8E5D6B7CD}" dt="2025-04-02T15:10:32.689" v="11881" actId="1076"/>
          <ac:spMkLst>
            <pc:docMk/>
            <pc:sldMk cId="1198358753" sldId="2147375930"/>
            <ac:spMk id="6" creationId="{6B6CA325-E9FA-2539-9826-750D686D6428}"/>
          </ac:spMkLst>
        </pc:spChg>
        <pc:spChg chg="add mod">
          <ac:chgData name="Jimmy GUERTIN" userId="60d5e20f-7699-43de-98b7-f4234786abe8" providerId="ADAL" clId="{69AD6934-BA48-C84E-A3FE-69B8E5D6B7CD}" dt="2025-04-02T14:21:53.337" v="11002" actId="688"/>
          <ac:spMkLst>
            <pc:docMk/>
            <pc:sldMk cId="1198358753" sldId="2147375930"/>
            <ac:spMk id="7" creationId="{ED9AA741-D1F3-A1A1-9DCC-3BC122386963}"/>
          </ac:spMkLst>
        </pc:spChg>
        <pc:spChg chg="mod">
          <ac:chgData name="Jimmy GUERTIN" userId="60d5e20f-7699-43de-98b7-f4234786abe8" providerId="ADAL" clId="{69AD6934-BA48-C84E-A3FE-69B8E5D6B7CD}" dt="2025-04-02T14:17:59.544" v="10985" actId="1037"/>
          <ac:spMkLst>
            <pc:docMk/>
            <pc:sldMk cId="1198358753" sldId="2147375930"/>
            <ac:spMk id="10" creationId="{B4FFCB8B-603F-E240-A7A2-8CC50873FC33}"/>
          </ac:spMkLst>
        </pc:spChg>
        <pc:spChg chg="add mod">
          <ac:chgData name="Jimmy GUERTIN" userId="60d5e20f-7699-43de-98b7-f4234786abe8" providerId="ADAL" clId="{69AD6934-BA48-C84E-A3FE-69B8E5D6B7CD}" dt="2025-04-03T11:54:48.608" v="13752" actId="20577"/>
          <ac:spMkLst>
            <pc:docMk/>
            <pc:sldMk cId="1198358753" sldId="2147375930"/>
            <ac:spMk id="11" creationId="{42589CAC-D2FE-B072-3A7A-17F83DB91D6B}"/>
          </ac:spMkLst>
        </pc:spChg>
        <pc:spChg chg="mod">
          <ac:chgData name="Jimmy GUERTIN" userId="60d5e20f-7699-43de-98b7-f4234786abe8" providerId="ADAL" clId="{69AD6934-BA48-C84E-A3FE-69B8E5D6B7CD}" dt="2025-04-02T14:58:28.838" v="11263" actId="14100"/>
          <ac:spMkLst>
            <pc:docMk/>
            <pc:sldMk cId="1198358753" sldId="2147375930"/>
            <ac:spMk id="12" creationId="{DA56230D-A020-106A-C0DF-C934A7117F26}"/>
          </ac:spMkLst>
        </pc:spChg>
        <pc:spChg chg="add mod">
          <ac:chgData name="Jimmy GUERTIN" userId="60d5e20f-7699-43de-98b7-f4234786abe8" providerId="ADAL" clId="{69AD6934-BA48-C84E-A3FE-69B8E5D6B7CD}" dt="2025-04-02T14:58:20.939" v="11262" actId="1036"/>
          <ac:spMkLst>
            <pc:docMk/>
            <pc:sldMk cId="1198358753" sldId="2147375930"/>
            <ac:spMk id="13" creationId="{6EEE5D41-F720-2101-B51C-316BD66102DA}"/>
          </ac:spMkLst>
        </pc:spChg>
        <pc:spChg chg="add mod">
          <ac:chgData name="Jimmy GUERTIN" userId="60d5e20f-7699-43de-98b7-f4234786abe8" providerId="ADAL" clId="{69AD6934-BA48-C84E-A3FE-69B8E5D6B7CD}" dt="2025-04-02T14:58:20.939" v="11262" actId="1036"/>
          <ac:spMkLst>
            <pc:docMk/>
            <pc:sldMk cId="1198358753" sldId="2147375930"/>
            <ac:spMk id="14" creationId="{69F266F2-858E-CA0F-E03E-2B14FB60A2D9}"/>
          </ac:spMkLst>
        </pc:spChg>
        <pc:spChg chg="add mod">
          <ac:chgData name="Jimmy GUERTIN" userId="60d5e20f-7699-43de-98b7-f4234786abe8" providerId="ADAL" clId="{69AD6934-BA48-C84E-A3FE-69B8E5D6B7CD}" dt="2025-04-02T14:55:00.498" v="11051" actId="167"/>
          <ac:spMkLst>
            <pc:docMk/>
            <pc:sldMk cId="1198358753" sldId="2147375930"/>
            <ac:spMk id="15" creationId="{D8809C49-65BC-B769-C173-629778BDABD5}"/>
          </ac:spMkLst>
        </pc:spChg>
        <pc:spChg chg="mod">
          <ac:chgData name="Jimmy GUERTIN" userId="60d5e20f-7699-43de-98b7-f4234786abe8" providerId="ADAL" clId="{69AD6934-BA48-C84E-A3FE-69B8E5D6B7CD}" dt="2025-04-02T14:17:59.544" v="10985" actId="1037"/>
          <ac:spMkLst>
            <pc:docMk/>
            <pc:sldMk cId="1198358753" sldId="2147375930"/>
            <ac:spMk id="16" creationId="{9D607385-5CCB-4C95-6802-626B569D2D7A}"/>
          </ac:spMkLst>
        </pc:spChg>
        <pc:spChg chg="mod">
          <ac:chgData name="Jimmy GUERTIN" userId="60d5e20f-7699-43de-98b7-f4234786abe8" providerId="ADAL" clId="{69AD6934-BA48-C84E-A3FE-69B8E5D6B7CD}" dt="2025-04-02T14:58:20.939" v="11262" actId="1036"/>
          <ac:spMkLst>
            <pc:docMk/>
            <pc:sldMk cId="1198358753" sldId="2147375930"/>
            <ac:spMk id="17" creationId="{7E063CC2-8B6A-307D-7F48-4EB6871E981C}"/>
          </ac:spMkLst>
        </pc:spChg>
        <pc:spChg chg="add mod">
          <ac:chgData name="Jimmy GUERTIN" userId="60d5e20f-7699-43de-98b7-f4234786abe8" providerId="ADAL" clId="{69AD6934-BA48-C84E-A3FE-69B8E5D6B7CD}" dt="2025-04-02T14:56:26.095" v="11092" actId="1038"/>
          <ac:spMkLst>
            <pc:docMk/>
            <pc:sldMk cId="1198358753" sldId="2147375930"/>
            <ac:spMk id="18" creationId="{99A05D7E-12F4-9F75-7C43-8ABD4AA01C16}"/>
          </ac:spMkLst>
        </pc:spChg>
        <pc:spChg chg="add mod">
          <ac:chgData name="Jimmy GUERTIN" userId="60d5e20f-7699-43de-98b7-f4234786abe8" providerId="ADAL" clId="{69AD6934-BA48-C84E-A3FE-69B8E5D6B7CD}" dt="2025-04-02T14:56:44.436" v="11117" actId="1037"/>
          <ac:spMkLst>
            <pc:docMk/>
            <pc:sldMk cId="1198358753" sldId="2147375930"/>
            <ac:spMk id="19" creationId="{DFB61749-C611-23E7-6D7B-C85F2B95E0D1}"/>
          </ac:spMkLst>
        </pc:spChg>
        <pc:spChg chg="add mod">
          <ac:chgData name="Jimmy GUERTIN" userId="60d5e20f-7699-43de-98b7-f4234786abe8" providerId="ADAL" clId="{69AD6934-BA48-C84E-A3FE-69B8E5D6B7CD}" dt="2025-04-02T14:54:53.508" v="11050" actId="167"/>
          <ac:spMkLst>
            <pc:docMk/>
            <pc:sldMk cId="1198358753" sldId="2147375930"/>
            <ac:spMk id="20" creationId="{4A353ACA-D976-1CB6-A711-05C69D7F8ABF}"/>
          </ac:spMkLst>
        </pc:spChg>
        <pc:spChg chg="add mod">
          <ac:chgData name="Jimmy GUERTIN" userId="60d5e20f-7699-43de-98b7-f4234786abe8" providerId="ADAL" clId="{69AD6934-BA48-C84E-A3FE-69B8E5D6B7CD}" dt="2025-04-02T15:09:17.120" v="11830" actId="1076"/>
          <ac:spMkLst>
            <pc:docMk/>
            <pc:sldMk cId="1198358753" sldId="2147375930"/>
            <ac:spMk id="21" creationId="{412D7D4A-0102-DC27-1BD6-96A2C0581968}"/>
          </ac:spMkLst>
        </pc:spChg>
        <pc:spChg chg="mod">
          <ac:chgData name="Jimmy GUERTIN" userId="60d5e20f-7699-43de-98b7-f4234786abe8" providerId="ADAL" clId="{69AD6934-BA48-C84E-A3FE-69B8E5D6B7CD}" dt="2025-04-02T14:17:59.544" v="10985" actId="1037"/>
          <ac:spMkLst>
            <pc:docMk/>
            <pc:sldMk cId="1198358753" sldId="2147375930"/>
            <ac:spMk id="22" creationId="{04EAE5DA-0BF1-EC89-D0B7-83D2EEFC756E}"/>
          </ac:spMkLst>
        </pc:spChg>
        <pc:spChg chg="mod">
          <ac:chgData name="Jimmy GUERTIN" userId="60d5e20f-7699-43de-98b7-f4234786abe8" providerId="ADAL" clId="{69AD6934-BA48-C84E-A3FE-69B8E5D6B7CD}" dt="2025-04-02T14:17:59.544" v="10985" actId="1037"/>
          <ac:spMkLst>
            <pc:docMk/>
            <pc:sldMk cId="1198358753" sldId="2147375930"/>
            <ac:spMk id="23" creationId="{9831D7E6-0BD3-EF14-3876-3C582B38B4D0}"/>
          </ac:spMkLst>
        </pc:spChg>
        <pc:spChg chg="mod">
          <ac:chgData name="Jimmy GUERTIN" userId="60d5e20f-7699-43de-98b7-f4234786abe8" providerId="ADAL" clId="{69AD6934-BA48-C84E-A3FE-69B8E5D6B7CD}" dt="2025-04-02T14:17:59.544" v="10985" actId="1037"/>
          <ac:spMkLst>
            <pc:docMk/>
            <pc:sldMk cId="1198358753" sldId="2147375930"/>
            <ac:spMk id="24" creationId="{FAB6CC77-DB4F-CE52-AB4C-3FB149CF032D}"/>
          </ac:spMkLst>
        </pc:spChg>
        <pc:spChg chg="mod">
          <ac:chgData name="Jimmy GUERTIN" userId="60d5e20f-7699-43de-98b7-f4234786abe8" providerId="ADAL" clId="{69AD6934-BA48-C84E-A3FE-69B8E5D6B7CD}" dt="2025-04-02T15:10:44.975" v="11884" actId="1076"/>
          <ac:spMkLst>
            <pc:docMk/>
            <pc:sldMk cId="1198358753" sldId="2147375930"/>
            <ac:spMk id="25" creationId="{AF69DBEF-9C8E-5E03-75A5-A3A9D2EF7BCC}"/>
          </ac:spMkLst>
        </pc:spChg>
        <pc:spChg chg="mod">
          <ac:chgData name="Jimmy GUERTIN" userId="60d5e20f-7699-43de-98b7-f4234786abe8" providerId="ADAL" clId="{69AD6934-BA48-C84E-A3FE-69B8E5D6B7CD}" dt="2025-04-02T15:05:21.388" v="11628" actId="20577"/>
          <ac:spMkLst>
            <pc:docMk/>
            <pc:sldMk cId="1198358753" sldId="2147375930"/>
            <ac:spMk id="26" creationId="{F306679B-9689-25D0-4CBE-C9E708C757C0}"/>
          </ac:spMkLst>
        </pc:spChg>
        <pc:spChg chg="add mod">
          <ac:chgData name="Jimmy GUERTIN" userId="60d5e20f-7699-43de-98b7-f4234786abe8" providerId="ADAL" clId="{69AD6934-BA48-C84E-A3FE-69B8E5D6B7CD}" dt="2025-04-02T15:08:48.020" v="11783" actId="20577"/>
          <ac:spMkLst>
            <pc:docMk/>
            <pc:sldMk cId="1198358753" sldId="2147375930"/>
            <ac:spMk id="27" creationId="{18FA5BC0-8FB6-A377-1E37-1A52DC949A58}"/>
          </ac:spMkLst>
        </pc:spChg>
        <pc:spChg chg="add del mod">
          <ac:chgData name="Jimmy GUERTIN" userId="60d5e20f-7699-43de-98b7-f4234786abe8" providerId="ADAL" clId="{69AD6934-BA48-C84E-A3FE-69B8E5D6B7CD}" dt="2025-04-02T14:16:48.483" v="10948" actId="47"/>
          <ac:spMkLst>
            <pc:docMk/>
            <pc:sldMk cId="1198358753" sldId="2147375930"/>
            <ac:spMk id="28" creationId="{3EAD112D-243D-2317-B210-C1F4E9C90485}"/>
          </ac:spMkLst>
        </pc:spChg>
        <pc:spChg chg="mod">
          <ac:chgData name="Jimmy GUERTIN" userId="60d5e20f-7699-43de-98b7-f4234786abe8" providerId="ADAL" clId="{69AD6934-BA48-C84E-A3FE-69B8E5D6B7CD}" dt="2025-04-02T15:05:23.673" v="11635" actId="20577"/>
          <ac:spMkLst>
            <pc:docMk/>
            <pc:sldMk cId="1198358753" sldId="2147375930"/>
            <ac:spMk id="29" creationId="{9B544F3A-0ED5-390D-59B9-9047133BF87C}"/>
          </ac:spMkLst>
        </pc:spChg>
        <pc:spChg chg="add mod">
          <ac:chgData name="Jimmy GUERTIN" userId="60d5e20f-7699-43de-98b7-f4234786abe8" providerId="ADAL" clId="{69AD6934-BA48-C84E-A3FE-69B8E5D6B7CD}" dt="2025-04-02T14:57:41.738" v="11233" actId="1036"/>
          <ac:spMkLst>
            <pc:docMk/>
            <pc:sldMk cId="1198358753" sldId="2147375930"/>
            <ac:spMk id="30" creationId="{9F3926CB-6B7E-7D82-36C0-4524EE782F0A}"/>
          </ac:spMkLst>
        </pc:spChg>
        <pc:spChg chg="add mod">
          <ac:chgData name="Jimmy GUERTIN" userId="60d5e20f-7699-43de-98b7-f4234786abe8" providerId="ADAL" clId="{69AD6934-BA48-C84E-A3FE-69B8E5D6B7CD}" dt="2025-04-02T15:12:22.629" v="11909" actId="20577"/>
          <ac:spMkLst>
            <pc:docMk/>
            <pc:sldMk cId="1198358753" sldId="2147375930"/>
            <ac:spMk id="31" creationId="{341557CF-CD6E-9341-4FFB-7C4483C50ED0}"/>
          </ac:spMkLst>
        </pc:spChg>
        <pc:spChg chg="add mod">
          <ac:chgData name="Jimmy GUERTIN" userId="60d5e20f-7699-43de-98b7-f4234786abe8" providerId="ADAL" clId="{69AD6934-BA48-C84E-A3FE-69B8E5D6B7CD}" dt="2025-04-03T09:38:58.932" v="12924" actId="1038"/>
          <ac:spMkLst>
            <pc:docMk/>
            <pc:sldMk cId="1198358753" sldId="2147375930"/>
            <ac:spMk id="32" creationId="{3A29A920-AE8C-FC95-69F2-E05C8A6F5AF9}"/>
          </ac:spMkLst>
        </pc:spChg>
        <pc:spChg chg="add mod">
          <ac:chgData name="Jimmy GUERTIN" userId="60d5e20f-7699-43de-98b7-f4234786abe8" providerId="ADAL" clId="{69AD6934-BA48-C84E-A3FE-69B8E5D6B7CD}" dt="2025-04-02T15:10:38.125" v="11882" actId="1076"/>
          <ac:spMkLst>
            <pc:docMk/>
            <pc:sldMk cId="1198358753" sldId="2147375930"/>
            <ac:spMk id="33" creationId="{C66A5FC8-BA65-7BF9-9279-4853195A8CA7}"/>
          </ac:spMkLst>
        </pc:spChg>
        <pc:spChg chg="mod">
          <ac:chgData name="Jimmy GUERTIN" userId="60d5e20f-7699-43de-98b7-f4234786abe8" providerId="ADAL" clId="{69AD6934-BA48-C84E-A3FE-69B8E5D6B7CD}" dt="2025-04-02T14:58:49.974" v="11282" actId="1038"/>
          <ac:spMkLst>
            <pc:docMk/>
            <pc:sldMk cId="1198358753" sldId="2147375930"/>
            <ac:spMk id="34" creationId="{BA2FEF0B-682B-ADFA-15E9-DB0DB689B59B}"/>
          </ac:spMkLst>
        </pc:spChg>
        <pc:spChg chg="add mod">
          <ac:chgData name="Jimmy GUERTIN" userId="60d5e20f-7699-43de-98b7-f4234786abe8" providerId="ADAL" clId="{69AD6934-BA48-C84E-A3FE-69B8E5D6B7CD}" dt="2025-04-03T09:38:53.176" v="12910" actId="1038"/>
          <ac:spMkLst>
            <pc:docMk/>
            <pc:sldMk cId="1198358753" sldId="2147375930"/>
            <ac:spMk id="35" creationId="{E6EB42D6-5F52-0353-FBE9-F7B4C0367F28}"/>
          </ac:spMkLst>
        </pc:spChg>
        <pc:spChg chg="add mod">
          <ac:chgData name="Jimmy GUERTIN" userId="60d5e20f-7699-43de-98b7-f4234786abe8" providerId="ADAL" clId="{69AD6934-BA48-C84E-A3FE-69B8E5D6B7CD}" dt="2025-04-02T15:12:52.145" v="11945" actId="20577"/>
          <ac:spMkLst>
            <pc:docMk/>
            <pc:sldMk cId="1198358753" sldId="2147375930"/>
            <ac:spMk id="37" creationId="{304B9AF6-BE9A-3650-E45F-9676DB0BCDAB}"/>
          </ac:spMkLst>
        </pc:spChg>
        <pc:spChg chg="mod">
          <ac:chgData name="Jimmy GUERTIN" userId="60d5e20f-7699-43de-98b7-f4234786abe8" providerId="ADAL" clId="{69AD6934-BA48-C84E-A3FE-69B8E5D6B7CD}" dt="2025-04-02T14:58:43.063" v="11266" actId="1076"/>
          <ac:spMkLst>
            <pc:docMk/>
            <pc:sldMk cId="1198358753" sldId="2147375930"/>
            <ac:spMk id="38" creationId="{0BFB2060-BFF7-5249-B067-7878E8B0BB4C}"/>
          </ac:spMkLst>
        </pc:spChg>
        <pc:spChg chg="add mod">
          <ac:chgData name="Jimmy GUERTIN" userId="60d5e20f-7699-43de-98b7-f4234786abe8" providerId="ADAL" clId="{69AD6934-BA48-C84E-A3FE-69B8E5D6B7CD}" dt="2025-04-02T15:06:40.452" v="11709" actId="1038"/>
          <ac:spMkLst>
            <pc:docMk/>
            <pc:sldMk cId="1198358753" sldId="2147375930"/>
            <ac:spMk id="39" creationId="{9696F120-E825-F1EA-7142-8847F09DC5C6}"/>
          </ac:spMkLst>
        </pc:spChg>
        <pc:spChg chg="mod">
          <ac:chgData name="Jimmy GUERTIN" userId="60d5e20f-7699-43de-98b7-f4234786abe8" providerId="ADAL" clId="{69AD6934-BA48-C84E-A3FE-69B8E5D6B7CD}" dt="2025-04-02T15:10:10.616" v="11844" actId="20577"/>
          <ac:spMkLst>
            <pc:docMk/>
            <pc:sldMk cId="1198358753" sldId="2147375930"/>
            <ac:spMk id="40" creationId="{853A0994-DE85-D783-EC22-BA4E14AF13AB}"/>
          </ac:spMkLst>
        </pc:spChg>
        <pc:spChg chg="mod">
          <ac:chgData name="Jimmy GUERTIN" userId="60d5e20f-7699-43de-98b7-f4234786abe8" providerId="ADAL" clId="{69AD6934-BA48-C84E-A3FE-69B8E5D6B7CD}" dt="2025-04-02T15:10:13.090" v="11851" actId="20577"/>
          <ac:spMkLst>
            <pc:docMk/>
            <pc:sldMk cId="1198358753" sldId="2147375930"/>
            <ac:spMk id="41" creationId="{2045CACD-23F6-0DD9-AA22-2A4CD74B0062}"/>
          </ac:spMkLst>
        </pc:spChg>
        <pc:spChg chg="mod">
          <ac:chgData name="Jimmy GUERTIN" userId="60d5e20f-7699-43de-98b7-f4234786abe8" providerId="ADAL" clId="{69AD6934-BA48-C84E-A3FE-69B8E5D6B7CD}" dt="2025-04-02T15:13:55.810" v="12009" actId="20577"/>
          <ac:spMkLst>
            <pc:docMk/>
            <pc:sldMk cId="1198358753" sldId="2147375930"/>
            <ac:spMk id="42" creationId="{B32A0920-58AC-CA38-9838-ECDA3A1DF69F}"/>
          </ac:spMkLst>
        </pc:spChg>
        <pc:spChg chg="add mod">
          <ac:chgData name="Jimmy GUERTIN" userId="60d5e20f-7699-43de-98b7-f4234786abe8" providerId="ADAL" clId="{69AD6934-BA48-C84E-A3FE-69B8E5D6B7CD}" dt="2025-04-02T15:09:56.704" v="11837" actId="14100"/>
          <ac:spMkLst>
            <pc:docMk/>
            <pc:sldMk cId="1198358753" sldId="2147375930"/>
            <ac:spMk id="43" creationId="{9C1873B4-3B00-B2CC-10C8-9D53AE1F2D5C}"/>
          </ac:spMkLst>
        </pc:spChg>
        <pc:spChg chg="add mod">
          <ac:chgData name="Jimmy GUERTIN" userId="60d5e20f-7699-43de-98b7-f4234786abe8" providerId="ADAL" clId="{69AD6934-BA48-C84E-A3FE-69B8E5D6B7CD}" dt="2025-04-02T15:09:34.047" v="11833" actId="14100"/>
          <ac:spMkLst>
            <pc:docMk/>
            <pc:sldMk cId="1198358753" sldId="2147375930"/>
            <ac:spMk id="44" creationId="{123743CF-F42D-F341-B584-59B8C13B59E0}"/>
          </ac:spMkLst>
        </pc:spChg>
        <pc:spChg chg="add mod">
          <ac:chgData name="Jimmy GUERTIN" userId="60d5e20f-7699-43de-98b7-f4234786abe8" providerId="ADAL" clId="{69AD6934-BA48-C84E-A3FE-69B8E5D6B7CD}" dt="2025-04-03T11:54:38.649" v="13734" actId="20577"/>
          <ac:spMkLst>
            <pc:docMk/>
            <pc:sldMk cId="1198358753" sldId="2147375930"/>
            <ac:spMk id="49" creationId="{A0DB1AC0-CCA0-33FE-4898-288F3FB6775E}"/>
          </ac:spMkLst>
        </pc:spChg>
        <pc:spChg chg="mod">
          <ac:chgData name="Jimmy GUERTIN" userId="60d5e20f-7699-43de-98b7-f4234786abe8" providerId="ADAL" clId="{69AD6934-BA48-C84E-A3FE-69B8E5D6B7CD}" dt="2025-04-02T15:11:08.821" v="11894" actId="1076"/>
          <ac:spMkLst>
            <pc:docMk/>
            <pc:sldMk cId="1198358753" sldId="2147375930"/>
            <ac:spMk id="50" creationId="{69759E21-D6BF-115F-4E88-8D3E713E3509}"/>
          </ac:spMkLst>
        </pc:spChg>
        <pc:spChg chg="mod">
          <ac:chgData name="Jimmy GUERTIN" userId="60d5e20f-7699-43de-98b7-f4234786abe8" providerId="ADAL" clId="{69AD6934-BA48-C84E-A3FE-69B8E5D6B7CD}" dt="2025-04-02T15:11:20.733" v="11902" actId="1076"/>
          <ac:spMkLst>
            <pc:docMk/>
            <pc:sldMk cId="1198358753" sldId="2147375930"/>
            <ac:spMk id="51" creationId="{A282AA49-500A-9AF2-0ADF-FFD82474AF02}"/>
          </ac:spMkLst>
        </pc:spChg>
        <pc:spChg chg="mod">
          <ac:chgData name="Jimmy GUERTIN" userId="60d5e20f-7699-43de-98b7-f4234786abe8" providerId="ADAL" clId="{69AD6934-BA48-C84E-A3FE-69B8E5D6B7CD}" dt="2025-04-02T14:58:20.939" v="11262" actId="1036"/>
          <ac:spMkLst>
            <pc:docMk/>
            <pc:sldMk cId="1198358753" sldId="2147375930"/>
            <ac:spMk id="53" creationId="{A1C27E13-5987-BA4E-2173-5505F4C57C6D}"/>
          </ac:spMkLst>
        </pc:spChg>
        <pc:spChg chg="add mod">
          <ac:chgData name="Jimmy GUERTIN" userId="60d5e20f-7699-43de-98b7-f4234786abe8" providerId="ADAL" clId="{69AD6934-BA48-C84E-A3FE-69B8E5D6B7CD}" dt="2025-04-02T15:13:45.206" v="11997" actId="20577"/>
          <ac:spMkLst>
            <pc:docMk/>
            <pc:sldMk cId="1198358753" sldId="2147375930"/>
            <ac:spMk id="55" creationId="{8B8507AE-7C00-21F0-36FE-0098E06ED512}"/>
          </ac:spMkLst>
        </pc:spChg>
        <pc:spChg chg="add mod">
          <ac:chgData name="Jimmy GUERTIN" userId="60d5e20f-7699-43de-98b7-f4234786abe8" providerId="ADAL" clId="{69AD6934-BA48-C84E-A3FE-69B8E5D6B7CD}" dt="2025-04-02T15:09:52.470" v="11836" actId="14100"/>
          <ac:spMkLst>
            <pc:docMk/>
            <pc:sldMk cId="1198358753" sldId="2147375930"/>
            <ac:spMk id="56" creationId="{58E10994-B7A1-FB8A-50FD-0420D7922C31}"/>
          </ac:spMkLst>
        </pc:spChg>
        <pc:spChg chg="add mod">
          <ac:chgData name="Jimmy GUERTIN" userId="60d5e20f-7699-43de-98b7-f4234786abe8" providerId="ADAL" clId="{69AD6934-BA48-C84E-A3FE-69B8E5D6B7CD}" dt="2025-04-02T15:09:08.925" v="11827" actId="20577"/>
          <ac:spMkLst>
            <pc:docMk/>
            <pc:sldMk cId="1198358753" sldId="2147375930"/>
            <ac:spMk id="57" creationId="{A2CBB328-D64E-1E19-0C31-CA2E0B68486E}"/>
          </ac:spMkLst>
        </pc:spChg>
        <pc:spChg chg="add mod">
          <ac:chgData name="Jimmy GUERTIN" userId="60d5e20f-7699-43de-98b7-f4234786abe8" providerId="ADAL" clId="{69AD6934-BA48-C84E-A3FE-69B8E5D6B7CD}" dt="2025-04-02T15:04:47.095" v="11618" actId="1076"/>
          <ac:spMkLst>
            <pc:docMk/>
            <pc:sldMk cId="1198358753" sldId="2147375930"/>
            <ac:spMk id="67" creationId="{3B29ABF3-8961-FF9D-8EFA-E22E6BBF7F26}"/>
          </ac:spMkLst>
        </pc:spChg>
        <pc:spChg chg="add mod">
          <ac:chgData name="Jimmy GUERTIN" userId="60d5e20f-7699-43de-98b7-f4234786abe8" providerId="ADAL" clId="{69AD6934-BA48-C84E-A3FE-69B8E5D6B7CD}" dt="2025-04-02T15:04:43.454" v="11616" actId="167"/>
          <ac:spMkLst>
            <pc:docMk/>
            <pc:sldMk cId="1198358753" sldId="2147375930"/>
            <ac:spMk id="68" creationId="{6F144EDD-FA5A-E55F-B1E0-7B9C8E94550C}"/>
          </ac:spMkLst>
        </pc:spChg>
        <pc:spChg chg="add mod">
          <ac:chgData name="Jimmy GUERTIN" userId="60d5e20f-7699-43de-98b7-f4234786abe8" providerId="ADAL" clId="{69AD6934-BA48-C84E-A3FE-69B8E5D6B7CD}" dt="2025-04-02T15:04:43.454" v="11616" actId="167"/>
          <ac:spMkLst>
            <pc:docMk/>
            <pc:sldMk cId="1198358753" sldId="2147375930"/>
            <ac:spMk id="69" creationId="{824E3D20-E66A-2349-4542-112BD1D4E9E7}"/>
          </ac:spMkLst>
        </pc:spChg>
        <pc:spChg chg="add mod">
          <ac:chgData name="Jimmy GUERTIN" userId="60d5e20f-7699-43de-98b7-f4234786abe8" providerId="ADAL" clId="{69AD6934-BA48-C84E-A3FE-69B8E5D6B7CD}" dt="2025-04-02T15:11:00.352" v="11893" actId="1076"/>
          <ac:spMkLst>
            <pc:docMk/>
            <pc:sldMk cId="1198358753" sldId="2147375930"/>
            <ac:spMk id="73" creationId="{81041110-00E1-6004-524C-DFE27172C181}"/>
          </ac:spMkLst>
        </pc:spChg>
        <pc:spChg chg="add mod">
          <ac:chgData name="Jimmy GUERTIN" userId="60d5e20f-7699-43de-98b7-f4234786abe8" providerId="ADAL" clId="{69AD6934-BA48-C84E-A3FE-69B8E5D6B7CD}" dt="2025-04-02T15:04:07.231" v="11609" actId="1038"/>
          <ac:spMkLst>
            <pc:docMk/>
            <pc:sldMk cId="1198358753" sldId="2147375930"/>
            <ac:spMk id="74" creationId="{44FADBE4-1B4D-A29D-4C43-35E5553A3F49}"/>
          </ac:spMkLst>
        </pc:spChg>
        <pc:spChg chg="add mod">
          <ac:chgData name="Jimmy GUERTIN" userId="60d5e20f-7699-43de-98b7-f4234786abe8" providerId="ADAL" clId="{69AD6934-BA48-C84E-A3FE-69B8E5D6B7CD}" dt="2025-04-02T15:03:19.173" v="11491" actId="1038"/>
          <ac:spMkLst>
            <pc:docMk/>
            <pc:sldMk cId="1198358753" sldId="2147375930"/>
            <ac:spMk id="75" creationId="{847D135F-D82F-AB48-30E4-F424BCCD1358}"/>
          </ac:spMkLst>
        </pc:spChg>
        <pc:spChg chg="add mod">
          <ac:chgData name="Jimmy GUERTIN" userId="60d5e20f-7699-43de-98b7-f4234786abe8" providerId="ADAL" clId="{69AD6934-BA48-C84E-A3FE-69B8E5D6B7CD}" dt="2025-04-02T15:07:13.401" v="11767" actId="1036"/>
          <ac:spMkLst>
            <pc:docMk/>
            <pc:sldMk cId="1198358753" sldId="2147375930"/>
            <ac:spMk id="76" creationId="{77674A9F-48C5-F214-6D53-99527CA228F0}"/>
          </ac:spMkLst>
        </pc:spChg>
        <pc:spChg chg="add mod">
          <ac:chgData name="Jimmy GUERTIN" userId="60d5e20f-7699-43de-98b7-f4234786abe8" providerId="ADAL" clId="{69AD6934-BA48-C84E-A3FE-69B8E5D6B7CD}" dt="2025-04-03T11:54:42.264" v="13743" actId="20577"/>
          <ac:spMkLst>
            <pc:docMk/>
            <pc:sldMk cId="1198358753" sldId="2147375930"/>
            <ac:spMk id="77" creationId="{529EF4A8-55FA-EC03-F10D-79E9F57186BF}"/>
          </ac:spMkLst>
        </pc:spChg>
      </pc:sldChg>
      <pc:sldChg chg="addSp delSp modSp new mod ord">
        <pc:chgData name="Jimmy GUERTIN" userId="60d5e20f-7699-43de-98b7-f4234786abe8" providerId="ADAL" clId="{69AD6934-BA48-C84E-A3FE-69B8E5D6B7CD}" dt="2025-04-03T09:45:33.729" v="13172" actId="403"/>
        <pc:sldMkLst>
          <pc:docMk/>
          <pc:sldMk cId="722309711" sldId="2147375931"/>
        </pc:sldMkLst>
        <pc:spChg chg="mod">
          <ac:chgData name="Jimmy GUERTIN" userId="60d5e20f-7699-43de-98b7-f4234786abe8" providerId="ADAL" clId="{69AD6934-BA48-C84E-A3FE-69B8E5D6B7CD}" dt="2025-04-03T09:44:41.899" v="13144" actId="20577"/>
          <ac:spMkLst>
            <pc:docMk/>
            <pc:sldMk cId="722309711" sldId="2147375931"/>
            <ac:spMk id="2" creationId="{C040F713-0E1D-5971-B27B-8CF9C22FB095}"/>
          </ac:spMkLst>
        </pc:spChg>
        <pc:spChg chg="add mod">
          <ac:chgData name="Jimmy GUERTIN" userId="60d5e20f-7699-43de-98b7-f4234786abe8" providerId="ADAL" clId="{69AD6934-BA48-C84E-A3FE-69B8E5D6B7CD}" dt="2025-04-03T09:45:33.729" v="13172" actId="403"/>
          <ac:spMkLst>
            <pc:docMk/>
            <pc:sldMk cId="722309711" sldId="2147375931"/>
            <ac:spMk id="5" creationId="{B02DABBD-8FAC-A2BD-E040-100E779F275F}"/>
          </ac:spMkLst>
        </pc:spChg>
        <pc:picChg chg="add mod">
          <ac:chgData name="Jimmy GUERTIN" userId="60d5e20f-7699-43de-98b7-f4234786abe8" providerId="ADAL" clId="{69AD6934-BA48-C84E-A3FE-69B8E5D6B7CD}" dt="2025-04-03T09:45:02.501" v="13167" actId="1037"/>
          <ac:picMkLst>
            <pc:docMk/>
            <pc:sldMk cId="722309711" sldId="2147375931"/>
            <ac:picMk id="4" creationId="{3C92C8A4-9F16-F2BE-9080-0CB55F8FC2EC}"/>
          </ac:picMkLst>
        </pc:picChg>
      </pc:sldChg>
      <pc:sldChg chg="add del">
        <pc:chgData name="Jimmy GUERTIN" userId="60d5e20f-7699-43de-98b7-f4234786abe8" providerId="ADAL" clId="{69AD6934-BA48-C84E-A3FE-69B8E5D6B7CD}" dt="2025-04-02T10:14:13.189" v="9744" actId="2696"/>
        <pc:sldMkLst>
          <pc:docMk/>
          <pc:sldMk cId="2288434050" sldId="2147375932"/>
        </pc:sldMkLst>
      </pc:sldChg>
      <pc:sldChg chg="addSp delSp modSp add mod ord">
        <pc:chgData name="Jimmy GUERTIN" userId="60d5e20f-7699-43de-98b7-f4234786abe8" providerId="ADAL" clId="{69AD6934-BA48-C84E-A3FE-69B8E5D6B7CD}" dt="2025-04-08T08:58:39.001" v="16348" actId="20577"/>
        <pc:sldMkLst>
          <pc:docMk/>
          <pc:sldMk cId="3722480850" sldId="2147375933"/>
        </pc:sldMkLst>
        <pc:spChg chg="mod">
          <ac:chgData name="Jimmy GUERTIN" userId="60d5e20f-7699-43de-98b7-f4234786abe8" providerId="ADAL" clId="{69AD6934-BA48-C84E-A3FE-69B8E5D6B7CD}" dt="2025-04-03T12:01:30.761" v="13910"/>
          <ac:spMkLst>
            <pc:docMk/>
            <pc:sldMk cId="3722480850" sldId="2147375933"/>
            <ac:spMk id="2" creationId="{6A59DF4D-F623-7DEC-8C20-03F76BEA904C}"/>
          </ac:spMkLst>
        </pc:spChg>
        <pc:spChg chg="add mod">
          <ac:chgData name="Jimmy GUERTIN" userId="60d5e20f-7699-43de-98b7-f4234786abe8" providerId="ADAL" clId="{69AD6934-BA48-C84E-A3FE-69B8E5D6B7CD}" dt="2025-04-08T08:58:39.001" v="16348" actId="20577"/>
          <ac:spMkLst>
            <pc:docMk/>
            <pc:sldMk cId="3722480850" sldId="2147375933"/>
            <ac:spMk id="8" creationId="{26E5D99B-898D-562C-944C-E3C7068AF574}"/>
          </ac:spMkLst>
        </pc:spChg>
        <pc:picChg chg="add mod">
          <ac:chgData name="Jimmy GUERTIN" userId="60d5e20f-7699-43de-98b7-f4234786abe8" providerId="ADAL" clId="{69AD6934-BA48-C84E-A3FE-69B8E5D6B7CD}" dt="2025-04-03T09:46:59.839" v="13221" actId="1037"/>
          <ac:picMkLst>
            <pc:docMk/>
            <pc:sldMk cId="3722480850" sldId="2147375933"/>
            <ac:picMk id="7" creationId="{C65F4E10-C081-97B9-A216-1CF06D48D8D5}"/>
          </ac:picMkLst>
        </pc:picChg>
      </pc:sldChg>
      <pc:sldChg chg="addSp delSp modSp add mod ord">
        <pc:chgData name="Jimmy GUERTIN" userId="60d5e20f-7699-43de-98b7-f4234786abe8" providerId="ADAL" clId="{69AD6934-BA48-C84E-A3FE-69B8E5D6B7CD}" dt="2025-04-08T08:59:02.997" v="16349" actId="313"/>
        <pc:sldMkLst>
          <pc:docMk/>
          <pc:sldMk cId="4141568960" sldId="2147375934"/>
        </pc:sldMkLst>
        <pc:spChg chg="mod">
          <ac:chgData name="Jimmy GUERTIN" userId="60d5e20f-7699-43de-98b7-f4234786abe8" providerId="ADAL" clId="{69AD6934-BA48-C84E-A3FE-69B8E5D6B7CD}" dt="2025-04-03T12:01:34.843" v="13911"/>
          <ac:spMkLst>
            <pc:docMk/>
            <pc:sldMk cId="4141568960" sldId="2147375934"/>
            <ac:spMk id="2" creationId="{970DAE25-1960-21B6-4366-8216598FF0EB}"/>
          </ac:spMkLst>
        </pc:spChg>
        <pc:spChg chg="mod">
          <ac:chgData name="Jimmy GUERTIN" userId="60d5e20f-7699-43de-98b7-f4234786abe8" providerId="ADAL" clId="{69AD6934-BA48-C84E-A3FE-69B8E5D6B7CD}" dt="2025-04-08T08:59:02.997" v="16349" actId="313"/>
          <ac:spMkLst>
            <pc:docMk/>
            <pc:sldMk cId="4141568960" sldId="2147375934"/>
            <ac:spMk id="6" creationId="{B042109D-7888-CFC7-2A88-C451F442CE9A}"/>
          </ac:spMkLst>
        </pc:spChg>
        <pc:spChg chg="add mod">
          <ac:chgData name="Jimmy GUERTIN" userId="60d5e20f-7699-43de-98b7-f4234786abe8" providerId="ADAL" clId="{69AD6934-BA48-C84E-A3FE-69B8E5D6B7CD}" dt="2025-04-03T09:48:26.655" v="13304" actId="14100"/>
          <ac:spMkLst>
            <pc:docMk/>
            <pc:sldMk cId="4141568960" sldId="2147375934"/>
            <ac:spMk id="16" creationId="{AF7C0740-E69E-0B1A-B58C-169737EF3584}"/>
          </ac:spMkLst>
        </pc:spChg>
        <pc:picChg chg="add mod">
          <ac:chgData name="Jimmy GUERTIN" userId="60d5e20f-7699-43de-98b7-f4234786abe8" providerId="ADAL" clId="{69AD6934-BA48-C84E-A3FE-69B8E5D6B7CD}" dt="2025-04-03T09:48:02.806" v="13302" actId="1037"/>
          <ac:picMkLst>
            <pc:docMk/>
            <pc:sldMk cId="4141568960" sldId="2147375934"/>
            <ac:picMk id="15" creationId="{22F05C21-182C-2ACE-EB95-630976750FF0}"/>
          </ac:picMkLst>
        </pc:picChg>
      </pc:sldChg>
      <pc:sldChg chg="add del ord">
        <pc:chgData name="Jimmy GUERTIN" userId="60d5e20f-7699-43de-98b7-f4234786abe8" providerId="ADAL" clId="{69AD6934-BA48-C84E-A3FE-69B8E5D6B7CD}" dt="2025-04-02T10:11:46.280" v="9712" actId="2696"/>
        <pc:sldMkLst>
          <pc:docMk/>
          <pc:sldMk cId="2213474173" sldId="2147375935"/>
        </pc:sldMkLst>
      </pc:sldChg>
      <pc:sldChg chg="addSp delSp modSp add mod ord">
        <pc:chgData name="Jimmy GUERTIN" userId="60d5e20f-7699-43de-98b7-f4234786abe8" providerId="ADAL" clId="{69AD6934-BA48-C84E-A3FE-69B8E5D6B7CD}" dt="2025-04-08T08:59:06.130" v="16350" actId="313"/>
        <pc:sldMkLst>
          <pc:docMk/>
          <pc:sldMk cId="726256596" sldId="2147375936"/>
        </pc:sldMkLst>
        <pc:spChg chg="mod">
          <ac:chgData name="Jimmy GUERTIN" userId="60d5e20f-7699-43de-98b7-f4234786abe8" providerId="ADAL" clId="{69AD6934-BA48-C84E-A3FE-69B8E5D6B7CD}" dt="2025-04-03T15:02:28.972" v="14531" actId="1076"/>
          <ac:spMkLst>
            <pc:docMk/>
            <pc:sldMk cId="726256596" sldId="2147375936"/>
            <ac:spMk id="2" creationId="{E31AFA2E-5125-0F88-7664-8620D76708A8}"/>
          </ac:spMkLst>
        </pc:spChg>
        <pc:spChg chg="mod">
          <ac:chgData name="Jimmy GUERTIN" userId="60d5e20f-7699-43de-98b7-f4234786abe8" providerId="ADAL" clId="{69AD6934-BA48-C84E-A3FE-69B8E5D6B7CD}" dt="2025-04-08T08:59:06.130" v="16350" actId="313"/>
          <ac:spMkLst>
            <pc:docMk/>
            <pc:sldMk cId="726256596" sldId="2147375936"/>
            <ac:spMk id="6" creationId="{F295C3EA-D508-DFA9-7CC2-01FACB43F0C3}"/>
          </ac:spMkLst>
        </pc:spChg>
        <pc:spChg chg="mod">
          <ac:chgData name="Jimmy GUERTIN" userId="60d5e20f-7699-43de-98b7-f4234786abe8" providerId="ADAL" clId="{69AD6934-BA48-C84E-A3FE-69B8E5D6B7CD}" dt="2025-04-03T07:54:40.802" v="12815" actId="20577"/>
          <ac:spMkLst>
            <pc:docMk/>
            <pc:sldMk cId="726256596" sldId="2147375936"/>
            <ac:spMk id="8" creationId="{EB0EB27F-CDDD-99DC-E2CE-0AA87284212F}"/>
          </ac:spMkLst>
        </pc:spChg>
        <pc:spChg chg="add mod">
          <ac:chgData name="Jimmy GUERTIN" userId="60d5e20f-7699-43de-98b7-f4234786abe8" providerId="ADAL" clId="{69AD6934-BA48-C84E-A3FE-69B8E5D6B7CD}" dt="2025-04-03T13:13:16.534" v="14464" actId="20577"/>
          <ac:spMkLst>
            <pc:docMk/>
            <pc:sldMk cId="726256596" sldId="2147375936"/>
            <ac:spMk id="12" creationId="{D5AC96A3-10D7-2D1D-2FAA-A314AC49C0A2}"/>
          </ac:spMkLst>
        </pc:spChg>
        <pc:picChg chg="add mod">
          <ac:chgData name="Jimmy GUERTIN" userId="60d5e20f-7699-43de-98b7-f4234786abe8" providerId="ADAL" clId="{69AD6934-BA48-C84E-A3FE-69B8E5D6B7CD}" dt="2025-04-03T09:48:52.877" v="13345" actId="1037"/>
          <ac:picMkLst>
            <pc:docMk/>
            <pc:sldMk cId="726256596" sldId="2147375936"/>
            <ac:picMk id="11" creationId="{5FFCA06C-5EEC-33F3-C481-CACF4A9259BA}"/>
          </ac:picMkLst>
        </pc:picChg>
      </pc:sldChg>
      <pc:sldChg chg="addSp delSp modSp add del mod ord">
        <pc:chgData name="Jimmy GUERTIN" userId="60d5e20f-7699-43de-98b7-f4234786abe8" providerId="ADAL" clId="{69AD6934-BA48-C84E-A3FE-69B8E5D6B7CD}" dt="2025-04-08T08:59:13.943" v="16351" actId="313"/>
        <pc:sldMkLst>
          <pc:docMk/>
          <pc:sldMk cId="2699913730" sldId="2147375937"/>
        </pc:sldMkLst>
        <pc:spChg chg="mod">
          <ac:chgData name="Jimmy GUERTIN" userId="60d5e20f-7699-43de-98b7-f4234786abe8" providerId="ADAL" clId="{69AD6934-BA48-C84E-A3FE-69B8E5D6B7CD}" dt="2025-04-03T12:01:46.291" v="13913"/>
          <ac:spMkLst>
            <pc:docMk/>
            <pc:sldMk cId="2699913730" sldId="2147375937"/>
            <ac:spMk id="2" creationId="{56C4C5F4-61A3-2F99-4B2D-A8EA279A18C7}"/>
          </ac:spMkLst>
        </pc:spChg>
        <pc:spChg chg="mod">
          <ac:chgData name="Jimmy GUERTIN" userId="60d5e20f-7699-43de-98b7-f4234786abe8" providerId="ADAL" clId="{69AD6934-BA48-C84E-A3FE-69B8E5D6B7CD}" dt="2025-04-08T08:59:13.943" v="16351" actId="313"/>
          <ac:spMkLst>
            <pc:docMk/>
            <pc:sldMk cId="2699913730" sldId="2147375937"/>
            <ac:spMk id="6" creationId="{A8740BC1-3A8F-EE86-AD7C-3FBCFC2F1068}"/>
          </ac:spMkLst>
        </pc:spChg>
        <pc:spChg chg="mod">
          <ac:chgData name="Jimmy GUERTIN" userId="60d5e20f-7699-43de-98b7-f4234786abe8" providerId="ADAL" clId="{69AD6934-BA48-C84E-A3FE-69B8E5D6B7CD}" dt="2025-04-03T07:54:46.746" v="12820" actId="20577"/>
          <ac:spMkLst>
            <pc:docMk/>
            <pc:sldMk cId="2699913730" sldId="2147375937"/>
            <ac:spMk id="8" creationId="{4B3D8C9C-6DB8-90A0-E95A-A81D74F5D0EA}"/>
          </ac:spMkLst>
        </pc:spChg>
        <pc:spChg chg="mod">
          <ac:chgData name="Jimmy GUERTIN" userId="60d5e20f-7699-43de-98b7-f4234786abe8" providerId="ADAL" clId="{69AD6934-BA48-C84E-A3FE-69B8E5D6B7CD}" dt="2025-04-03T13:13:41.894" v="14465"/>
          <ac:spMkLst>
            <pc:docMk/>
            <pc:sldMk cId="2699913730" sldId="2147375937"/>
            <ac:spMk id="10" creationId="{7CA5B259-786E-25C0-FF0F-A633FDC8A330}"/>
          </ac:spMkLst>
        </pc:spChg>
        <pc:spChg chg="add mod">
          <ac:chgData name="Jimmy GUERTIN" userId="60d5e20f-7699-43de-98b7-f4234786abe8" providerId="ADAL" clId="{69AD6934-BA48-C84E-A3FE-69B8E5D6B7CD}" dt="2025-04-03T09:49:35.402" v="13415" actId="20577"/>
          <ac:spMkLst>
            <pc:docMk/>
            <pc:sldMk cId="2699913730" sldId="2147375937"/>
            <ac:spMk id="16" creationId="{B0D45425-6FB5-718F-D669-4721EF83CF7E}"/>
          </ac:spMkLst>
        </pc:spChg>
        <pc:picChg chg="add mod">
          <ac:chgData name="Jimmy GUERTIN" userId="60d5e20f-7699-43de-98b7-f4234786abe8" providerId="ADAL" clId="{69AD6934-BA48-C84E-A3FE-69B8E5D6B7CD}" dt="2025-04-03T09:49:31.762" v="13409" actId="1035"/>
          <ac:picMkLst>
            <pc:docMk/>
            <pc:sldMk cId="2699913730" sldId="2147375937"/>
            <ac:picMk id="15" creationId="{2F6B71BB-E039-BE00-C4DA-AB5430C12EFA}"/>
          </ac:picMkLst>
        </pc:picChg>
      </pc:sldChg>
      <pc:sldChg chg="addSp delSp modSp add mod">
        <pc:chgData name="Jimmy GUERTIN" userId="60d5e20f-7699-43de-98b7-f4234786abe8" providerId="ADAL" clId="{69AD6934-BA48-C84E-A3FE-69B8E5D6B7CD}" dt="2025-04-08T12:53:15.470" v="16397" actId="113"/>
        <pc:sldMkLst>
          <pc:docMk/>
          <pc:sldMk cId="2592310306" sldId="2147375938"/>
        </pc:sldMkLst>
        <pc:spChg chg="mod">
          <ac:chgData name="Jimmy GUERTIN" userId="60d5e20f-7699-43de-98b7-f4234786abe8" providerId="ADAL" clId="{69AD6934-BA48-C84E-A3FE-69B8E5D6B7CD}" dt="2025-04-03T15:03:39.947" v="14660" actId="20577"/>
          <ac:spMkLst>
            <pc:docMk/>
            <pc:sldMk cId="2592310306" sldId="2147375938"/>
            <ac:spMk id="2" creationId="{51C7D6BA-44E9-7679-3BBA-381C88488F99}"/>
          </ac:spMkLst>
        </pc:spChg>
        <pc:spChg chg="add mod">
          <ac:chgData name="Jimmy GUERTIN" userId="60d5e20f-7699-43de-98b7-f4234786abe8" providerId="ADAL" clId="{69AD6934-BA48-C84E-A3FE-69B8E5D6B7CD}" dt="2025-04-08T12:51:51.688" v="16372" actId="113"/>
          <ac:spMkLst>
            <pc:docMk/>
            <pc:sldMk cId="2592310306" sldId="2147375938"/>
            <ac:spMk id="10" creationId="{782EABDE-4CAF-EF75-31B2-7E868C823FBF}"/>
          </ac:spMkLst>
        </pc:spChg>
        <pc:spChg chg="add mod">
          <ac:chgData name="Jimmy GUERTIN" userId="60d5e20f-7699-43de-98b7-f4234786abe8" providerId="ADAL" clId="{69AD6934-BA48-C84E-A3FE-69B8E5D6B7CD}" dt="2025-04-08T12:52:18.446" v="16376" actId="113"/>
          <ac:spMkLst>
            <pc:docMk/>
            <pc:sldMk cId="2592310306" sldId="2147375938"/>
            <ac:spMk id="12" creationId="{0999F062-B543-82F9-999B-F4D4681FD4C9}"/>
          </ac:spMkLst>
        </pc:spChg>
        <pc:spChg chg="add mod">
          <ac:chgData name="Jimmy GUERTIN" userId="60d5e20f-7699-43de-98b7-f4234786abe8" providerId="ADAL" clId="{69AD6934-BA48-C84E-A3FE-69B8E5D6B7CD}" dt="2025-04-08T12:53:15.470" v="16397" actId="113"/>
          <ac:spMkLst>
            <pc:docMk/>
            <pc:sldMk cId="2592310306" sldId="2147375938"/>
            <ac:spMk id="14" creationId="{10BA3437-74B1-3DE2-E3E1-89EAAD1D491F}"/>
          </ac:spMkLst>
        </pc:spChg>
        <pc:picChg chg="add mod">
          <ac:chgData name="Jimmy GUERTIN" userId="60d5e20f-7699-43de-98b7-f4234786abe8" providerId="ADAL" clId="{69AD6934-BA48-C84E-A3FE-69B8E5D6B7CD}" dt="2025-04-07T07:34:06.061" v="14940" actId="1035"/>
          <ac:picMkLst>
            <pc:docMk/>
            <pc:sldMk cId="2592310306" sldId="2147375938"/>
            <ac:picMk id="9" creationId="{0A486D31-8605-7793-B654-7C30A8E3D691}"/>
          </ac:picMkLst>
        </pc:picChg>
        <pc:picChg chg="add mod">
          <ac:chgData name="Jimmy GUERTIN" userId="60d5e20f-7699-43de-98b7-f4234786abe8" providerId="ADAL" clId="{69AD6934-BA48-C84E-A3FE-69B8E5D6B7CD}" dt="2025-04-07T07:34:23.775" v="14967" actId="1036"/>
          <ac:picMkLst>
            <pc:docMk/>
            <pc:sldMk cId="2592310306" sldId="2147375938"/>
            <ac:picMk id="11" creationId="{2C947C32-BC87-C34F-D981-2EF9FACBF4F2}"/>
          </ac:picMkLst>
        </pc:picChg>
        <pc:picChg chg="add mod">
          <ac:chgData name="Jimmy GUERTIN" userId="60d5e20f-7699-43de-98b7-f4234786abe8" providerId="ADAL" clId="{69AD6934-BA48-C84E-A3FE-69B8E5D6B7CD}" dt="2025-04-07T07:34:19.461" v="14963" actId="1036"/>
          <ac:picMkLst>
            <pc:docMk/>
            <pc:sldMk cId="2592310306" sldId="2147375938"/>
            <ac:picMk id="13" creationId="{E081344A-BB97-F155-47CD-259F750F5C5C}"/>
          </ac:picMkLst>
        </pc:picChg>
      </pc:sldChg>
      <pc:sldChg chg="addSp delSp modSp new mod">
        <pc:chgData name="Jimmy GUERTIN" userId="60d5e20f-7699-43de-98b7-f4234786abe8" providerId="ADAL" clId="{69AD6934-BA48-C84E-A3FE-69B8E5D6B7CD}" dt="2025-04-07T09:26:56.590" v="16338" actId="20577"/>
        <pc:sldMkLst>
          <pc:docMk/>
          <pc:sldMk cId="714242901" sldId="2147375939"/>
        </pc:sldMkLst>
        <pc:spChg chg="add del mod">
          <ac:chgData name="Jimmy GUERTIN" userId="60d5e20f-7699-43de-98b7-f4234786abe8" providerId="ADAL" clId="{69AD6934-BA48-C84E-A3FE-69B8E5D6B7CD}" dt="2025-04-07T08:38:05.991" v="15006" actId="478"/>
          <ac:spMkLst>
            <pc:docMk/>
            <pc:sldMk cId="714242901" sldId="2147375939"/>
            <ac:spMk id="3" creationId="{9AB58B49-709F-EDF6-69C6-BA96083E83A2}"/>
          </ac:spMkLst>
        </pc:spChg>
        <pc:spChg chg="add mod">
          <ac:chgData name="Jimmy GUERTIN" userId="60d5e20f-7699-43de-98b7-f4234786abe8" providerId="ADAL" clId="{69AD6934-BA48-C84E-A3FE-69B8E5D6B7CD}" dt="2025-04-07T09:16:22.858" v="16075" actId="1076"/>
          <ac:spMkLst>
            <pc:docMk/>
            <pc:sldMk cId="714242901" sldId="2147375939"/>
            <ac:spMk id="4" creationId="{C74C0FE2-1568-3171-52A7-E90CB60A535C}"/>
          </ac:spMkLst>
        </pc:spChg>
        <pc:spChg chg="add mod">
          <ac:chgData name="Jimmy GUERTIN" userId="60d5e20f-7699-43de-98b7-f4234786abe8" providerId="ADAL" clId="{69AD6934-BA48-C84E-A3FE-69B8E5D6B7CD}" dt="2025-04-07T08:45:51.182" v="15332" actId="1076"/>
          <ac:spMkLst>
            <pc:docMk/>
            <pc:sldMk cId="714242901" sldId="2147375939"/>
            <ac:spMk id="5" creationId="{DEDDA09D-955E-9F7B-C770-A6923AD8947B}"/>
          </ac:spMkLst>
        </pc:spChg>
        <pc:spChg chg="add mod">
          <ac:chgData name="Jimmy GUERTIN" userId="60d5e20f-7699-43de-98b7-f4234786abe8" providerId="ADAL" clId="{69AD6934-BA48-C84E-A3FE-69B8E5D6B7CD}" dt="2025-04-07T08:44:24.094" v="15331" actId="115"/>
          <ac:spMkLst>
            <pc:docMk/>
            <pc:sldMk cId="714242901" sldId="2147375939"/>
            <ac:spMk id="6" creationId="{B7A75085-4C4B-5219-F5F6-249D3E59187D}"/>
          </ac:spMkLst>
        </pc:spChg>
        <pc:spChg chg="add mod">
          <ac:chgData name="Jimmy GUERTIN" userId="60d5e20f-7699-43de-98b7-f4234786abe8" providerId="ADAL" clId="{69AD6934-BA48-C84E-A3FE-69B8E5D6B7CD}" dt="2025-04-07T08:45:59.490" v="15336" actId="20577"/>
          <ac:spMkLst>
            <pc:docMk/>
            <pc:sldMk cId="714242901" sldId="2147375939"/>
            <ac:spMk id="7" creationId="{9756C8E2-3849-2395-C934-C6B0D50ADAFE}"/>
          </ac:spMkLst>
        </pc:spChg>
        <pc:spChg chg="add mod">
          <ac:chgData name="Jimmy GUERTIN" userId="60d5e20f-7699-43de-98b7-f4234786abe8" providerId="ADAL" clId="{69AD6934-BA48-C84E-A3FE-69B8E5D6B7CD}" dt="2025-04-07T08:48:14.678" v="15378" actId="20577"/>
          <ac:spMkLst>
            <pc:docMk/>
            <pc:sldMk cId="714242901" sldId="2147375939"/>
            <ac:spMk id="8" creationId="{61F66C9A-2214-A0D8-2B17-266D5C57CA60}"/>
          </ac:spMkLst>
        </pc:spChg>
        <pc:spChg chg="add mod">
          <ac:chgData name="Jimmy GUERTIN" userId="60d5e20f-7699-43de-98b7-f4234786abe8" providerId="ADAL" clId="{69AD6934-BA48-C84E-A3FE-69B8E5D6B7CD}" dt="2025-04-07T09:15:34.073" v="16014" actId="20577"/>
          <ac:spMkLst>
            <pc:docMk/>
            <pc:sldMk cId="714242901" sldId="2147375939"/>
            <ac:spMk id="9" creationId="{FDB414C6-288F-D1A8-5033-6BBF86066485}"/>
          </ac:spMkLst>
        </pc:spChg>
        <pc:spChg chg="add del mod">
          <ac:chgData name="Jimmy GUERTIN" userId="60d5e20f-7699-43de-98b7-f4234786abe8" providerId="ADAL" clId="{69AD6934-BA48-C84E-A3FE-69B8E5D6B7CD}" dt="2025-04-07T09:15:18.296" v="15944" actId="478"/>
          <ac:spMkLst>
            <pc:docMk/>
            <pc:sldMk cId="714242901" sldId="2147375939"/>
            <ac:spMk id="10" creationId="{BBF8C599-70F4-0AA5-4E7B-1988D230B78B}"/>
          </ac:spMkLst>
        </pc:spChg>
        <pc:spChg chg="add mod">
          <ac:chgData name="Jimmy GUERTIN" userId="60d5e20f-7699-43de-98b7-f4234786abe8" providerId="ADAL" clId="{69AD6934-BA48-C84E-A3FE-69B8E5D6B7CD}" dt="2025-04-07T09:21:57.406" v="16285" actId="20577"/>
          <ac:spMkLst>
            <pc:docMk/>
            <pc:sldMk cId="714242901" sldId="2147375939"/>
            <ac:spMk id="13" creationId="{56B79F77-6BF9-1A59-63CF-286B87585CD8}"/>
          </ac:spMkLst>
        </pc:spChg>
        <pc:spChg chg="add mod">
          <ac:chgData name="Jimmy GUERTIN" userId="60d5e20f-7699-43de-98b7-f4234786abe8" providerId="ADAL" clId="{69AD6934-BA48-C84E-A3FE-69B8E5D6B7CD}" dt="2025-04-07T09:26:56.590" v="16338" actId="20577"/>
          <ac:spMkLst>
            <pc:docMk/>
            <pc:sldMk cId="714242901" sldId="2147375939"/>
            <ac:spMk id="14" creationId="{8D2D72EF-2043-BA29-9032-CE2F4E3563F8}"/>
          </ac:spMkLst>
        </pc:spChg>
        <pc:spChg chg="add mod">
          <ac:chgData name="Jimmy GUERTIN" userId="60d5e20f-7699-43de-98b7-f4234786abe8" providerId="ADAL" clId="{69AD6934-BA48-C84E-A3FE-69B8E5D6B7CD}" dt="2025-04-07T09:21:05.238" v="16247" actId="14100"/>
          <ac:spMkLst>
            <pc:docMk/>
            <pc:sldMk cId="714242901" sldId="2147375939"/>
            <ac:spMk id="15" creationId="{0EA0CA60-300A-E3D5-3249-E54D6F32035E}"/>
          </ac:spMkLst>
        </pc:spChg>
        <pc:spChg chg="add mod">
          <ac:chgData name="Jimmy GUERTIN" userId="60d5e20f-7699-43de-98b7-f4234786abe8" providerId="ADAL" clId="{69AD6934-BA48-C84E-A3FE-69B8E5D6B7CD}" dt="2025-04-07T09:21:12.716" v="16253" actId="20577"/>
          <ac:spMkLst>
            <pc:docMk/>
            <pc:sldMk cId="714242901" sldId="2147375939"/>
            <ac:spMk id="16" creationId="{B7CEBFCB-8F0F-A776-A718-4EF0A869A31E}"/>
          </ac:spMkLst>
        </pc:spChg>
        <pc:graphicFrameChg chg="add del mod modGraphic">
          <ac:chgData name="Jimmy GUERTIN" userId="60d5e20f-7699-43de-98b7-f4234786abe8" providerId="ADAL" clId="{69AD6934-BA48-C84E-A3FE-69B8E5D6B7CD}" dt="2025-04-07T09:14:48.576" v="15941" actId="478"/>
          <ac:graphicFrameMkLst>
            <pc:docMk/>
            <pc:sldMk cId="714242901" sldId="2147375939"/>
            <ac:graphicFrameMk id="11" creationId="{D5F00BF6-1D61-12AB-CC49-930407F0C748}"/>
          </ac:graphicFrameMkLst>
        </pc:graphicFrameChg>
        <pc:graphicFrameChg chg="add mod modGraphic">
          <ac:chgData name="Jimmy GUERTIN" userId="60d5e20f-7699-43de-98b7-f4234786abe8" providerId="ADAL" clId="{69AD6934-BA48-C84E-A3FE-69B8E5D6B7CD}" dt="2025-04-07T09:15:40.206" v="16016" actId="14100"/>
          <ac:graphicFrameMkLst>
            <pc:docMk/>
            <pc:sldMk cId="714242901" sldId="2147375939"/>
            <ac:graphicFrameMk id="12" creationId="{A40B30F8-F3F0-1A6F-5862-D42A8B9A9A94}"/>
          </ac:graphicFrameMkLst>
        </pc:graphicFrameChg>
        <pc:picChg chg="add del mod">
          <ac:chgData name="Jimmy GUERTIN" userId="60d5e20f-7699-43de-98b7-f4234786abe8" providerId="ADAL" clId="{69AD6934-BA48-C84E-A3FE-69B8E5D6B7CD}" dt="2025-04-07T08:38:05.991" v="15006" actId="478"/>
          <ac:picMkLst>
            <pc:docMk/>
            <pc:sldMk cId="714242901" sldId="2147375939"/>
            <ac:picMk id="2" creationId="{47C561AB-8A70-E360-174B-3EFF7223C3A8}"/>
          </ac:picMkLst>
        </pc:picChg>
      </pc:sldChg>
      <pc:sldMasterChg chg="delSldLayout">
        <pc:chgData name="Jimmy GUERTIN" userId="60d5e20f-7699-43de-98b7-f4234786abe8" providerId="ADAL" clId="{69AD6934-BA48-C84E-A3FE-69B8E5D6B7CD}" dt="2025-03-19T15:42:38.796" v="403" actId="2696"/>
        <pc:sldMasterMkLst>
          <pc:docMk/>
          <pc:sldMasterMk cId="576556202" sldId="2147483648"/>
        </pc:sldMasterMkLst>
        <pc:sldLayoutChg chg="del">
          <pc:chgData name="Jimmy GUERTIN" userId="60d5e20f-7699-43de-98b7-f4234786abe8" providerId="ADAL" clId="{69AD6934-BA48-C84E-A3FE-69B8E5D6B7CD}" dt="2025-03-19T15:42:38.796" v="403" actId="2696"/>
          <pc:sldLayoutMkLst>
            <pc:docMk/>
            <pc:sldMasterMk cId="576556202" sldId="2147483648"/>
            <pc:sldLayoutMk cId="80920969" sldId="2147483659"/>
          </pc:sldLayoutMkLst>
        </pc:sldLayoutChg>
      </pc:sldMasterChg>
    </pc:docChg>
  </pc:docChgLst>
</pc:chgInfo>
</file>

<file path=ppt/comments/modernComment_7FFE5B2A_353630ED.xml><?xml version="1.0" encoding="utf-8"?>
<p188:cmLst xmlns:a="http://schemas.openxmlformats.org/drawingml/2006/main" xmlns:r="http://schemas.openxmlformats.org/officeDocument/2006/relationships" xmlns:p188="http://schemas.microsoft.com/office/powerpoint/2018/8/main">
  <p188:cm id="{C4F8F938-D7B0-C04C-ABB0-C5998F1B58DF}"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136511DC-2405-9240-8638-68A3CB8EC80B}"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 id="{7BC2FF23-7F17-B84D-8E3A-D115B65ED3F7}" authorId="{94A73E68-2069-531B-8B48-F270E7F36FDF}" created="2025-04-02T08:52:46.599">
    <pc:sldMkLst xmlns:pc="http://schemas.microsoft.com/office/powerpoint/2013/main/command">
      <pc:docMk/>
      <pc:sldMk cId="892743917" sldId="2147375914"/>
    </pc:sldMkLst>
    <p188:replyLst>
      <p188:reply id="{E6616631-E2A4-8A4A-8535-BC7FC85C9F06}" authorId="{94A73E68-2069-531B-8B48-F270E7F36FDF}" created="2025-04-02T08:53:02.531">
        <p188:txBody>
          <a:bodyPr/>
          <a:lstStyle/>
          <a:p>
            <a:r>
              <a:rPr lang="en-FR"/>
              <a:t>Faire 0.2 1 3 % plutôt que jusque 10%
</a:t>
            </a:r>
          </a:p>
        </p188:txBody>
      </p188:reply>
      <p188:reply id="{3806B288-DC19-144C-961B-07CFE6BA4109}" authorId="{94A73E68-2069-531B-8B48-F270E7F36FDF}" created="2025-04-08T14:14:59.515">
        <p188:txBody>
          <a:bodyPr/>
          <a:lstStyle/>
          <a:p>
            <a:r>
              <a:rPr lang="en-FR"/>
              <a:t>Ajouter précision sur batch ratio : plus il est petit = plus on rentrai
</a:t>
            </a:r>
          </a:p>
        </p188:txBody>
      </p188:reply>
    </p188:replyLst>
    <p188:txBody>
      <a:bodyPr/>
      <a:lstStyle/>
      <a:p>
        <a:r>
          <a:rPr lang="en-FR"/>
          <a:t>Bizarre que le random soit a 0.75 siur batch</a:t>
        </a:r>
      </a:p>
    </p188:txBody>
  </p188:cm>
</p188:cmLst>
</file>

<file path=ppt/comments/modernComment_7FFE5B2D_D4D6F911.xml><?xml version="1.0" encoding="utf-8"?>
<p188:cmLst xmlns:a="http://schemas.openxmlformats.org/drawingml/2006/main" xmlns:r="http://schemas.openxmlformats.org/officeDocument/2006/relationships" xmlns:p188="http://schemas.microsoft.com/office/powerpoint/2018/8/main">
  <p188:cm id="{0C9E4BA4-17F4-D846-B8D1-95F7F2E32B1A}" authorId="{94A73E68-2069-531B-8B48-F270E7F36FDF}" created="2025-04-02T10:15:28.884">
    <pc:sldMkLst xmlns:pc="http://schemas.microsoft.com/office/powerpoint/2013/main/command">
      <pc:docMk/>
      <pc:sldMk cId="3570858257" sldId="2147375917"/>
    </pc:sldMkLst>
    <p188:txBody>
      <a:bodyPr/>
      <a:lstStyle/>
      <a:p>
        <a:r>
          <a:rPr lang="en-FR"/>
          <a:t>Enlever couleurs 
</a:t>
        </a:r>
      </a:p>
    </p188:txBody>
  </p188:cm>
</p188:cmLst>
</file>

<file path=ppt/comments/modernComment_7FFE5B2F_9D758C01.xml><?xml version="1.0" encoding="utf-8"?>
<p188:cmLst xmlns:a="http://schemas.openxmlformats.org/drawingml/2006/main" xmlns:r="http://schemas.openxmlformats.org/officeDocument/2006/relationships" xmlns:p188="http://schemas.microsoft.com/office/powerpoint/2018/8/main">
  <p188:cm id="{7B583D51-52B0-9C45-9031-62C80DF0821D}"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C0E5193E-CCBE-7345-81B4-BD2B6382A425}"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 id="{513209A4-FF43-0544-8737-F157C5E55818}" authorId="{94A73E68-2069-531B-8B48-F270E7F36FDF}" created="2025-04-02T09:09:40.159">
    <pc:sldMkLst xmlns:pc="http://schemas.microsoft.com/office/powerpoint/2013/main/command">
      <pc:docMk/>
      <pc:sldMk cId="2641726465" sldId="2147375919"/>
    </pc:sldMkLst>
    <p188:replyLst>
      <p188:reply id="{721C3257-AA9D-224D-A532-49832A628E30}" authorId="{94A73E68-2069-531B-8B48-F270E7F36FDF}" created="2025-04-08T14:22:42.022">
        <p188:txBody>
          <a:bodyPr/>
          <a:lstStyle/>
          <a:p>
            <a:r>
              <a:rPr lang="en-FR"/>
              <a:t>Changer prs</a:t>
            </a:r>
          </a:p>
        </p188:txBody>
      </p188:reply>
      <p188:reply id="{15E13E92-FEC3-BA48-96B1-D5394F48F3AF}" authorId="{94A73E68-2069-531B-8B48-F270E7F36FDF}" created="2025-04-08T14:27:08.706">
        <p188:txBody>
          <a:bodyPr/>
          <a:lstStyle/>
          <a:p>
            <a:r>
              <a:rPr lang="en-FR"/>
              <a:t>Au lieu de mettre random mettre sur le meme graphe margin sans biais et avec biais avec labeled ratio diff
</a:t>
            </a:r>
          </a:p>
        </p188:txBody>
      </p188:reply>
    </p188:replyLst>
    <p188:txBody>
      <a:bodyPr/>
      <a:lstStyle/>
      <a:p>
        <a:r>
          <a:rPr lang="en-FR"/>
          <a:t>AL se sort du biais : conclu
Faire les 2 lableed ratio mais en 2 graphes différents</a:t>
        </a:r>
      </a:p>
    </p188:txBody>
  </p188:cm>
</p188:cmLst>
</file>

<file path=ppt/comments/modernComment_7FFE5B3A_476D80E1.xml><?xml version="1.0" encoding="utf-8"?>
<p188:cmLst xmlns:a="http://schemas.openxmlformats.org/drawingml/2006/main" xmlns:r="http://schemas.openxmlformats.org/officeDocument/2006/relationships" xmlns:p188="http://schemas.microsoft.com/office/powerpoint/2018/8/main">
  <p188:cm id="{0ED29EFB-E4C8-A545-B189-0C299A798D97}" authorId="{94A73E68-2069-531B-8B48-F270E7F36FDF}" created="2025-04-02T08:32:32.483">
    <pc:sldMkLst xmlns:pc="http://schemas.microsoft.com/office/powerpoint/2013/main/command">
      <pc:docMk/>
      <pc:sldMk cId="1198358753" sldId="2147375930"/>
    </pc:sldMkLst>
    <p188:replyLst>
      <p188:reply id="{40631CCC-D035-904D-8393-5EFA700B4109}" authorId="{94A73E68-2069-531B-8B48-F270E7F36FDF}" created="2025-04-03T08:19:14.812">
        <p188:txBody>
          <a:bodyPr/>
          <a:lstStyle/>
          <a:p>
            <a:r>
              <a:rPr lang="en-FR"/>
              <a:t>Remplacer unckttain par impactful
</a:t>
            </a:r>
          </a:p>
        </p188:txBody>
      </p188:reply>
    </p188:replyLst>
    <p188:txBody>
      <a:bodyPr/>
      <a:lstStyle/>
      <a:p>
        <a:r>
          <a:rPr lang="en-FR"/>
          <a:t>Labbelisé non labellisé. Train forcé. Retraining modele a chaque itération</a:t>
        </a:r>
      </a:p>
    </p188:txBody>
  </p188:cm>
</p188:cmLst>
</file>

<file path=ppt/comments/modernComment_7FFE5B3B_2B0D924F.xml><?xml version="1.0" encoding="utf-8"?>
<p188:cmLst xmlns:a="http://schemas.openxmlformats.org/drawingml/2006/main" xmlns:r="http://schemas.openxmlformats.org/officeDocument/2006/relationships" xmlns:p188="http://schemas.microsoft.com/office/powerpoint/2018/8/main">
  <p188:cm id="{376ADED4-7106-C348-9E0F-FDF1B9295A25}" authorId="{94A73E68-2069-531B-8B48-F270E7F36FDF}" created="2025-04-02T08:58:54.076">
    <pc:sldMkLst xmlns:pc="http://schemas.microsoft.com/office/powerpoint/2013/main/command">
      <pc:docMk/>
      <pc:sldMk cId="722309711" sldId="2147375931"/>
    </pc:sldMkLst>
    <p188:replyLst>
      <p188:reply id="{62E0EACF-E0BA-AB45-BCF9-BE5A0BF4CE09}" authorId="{94A73E68-2069-531B-8B48-F270E7F36FDF}" created="2025-04-08T14:11:19.789">
        <p188:txBody>
          <a:bodyPr/>
          <a:lstStyle/>
          <a:p>
            <a:r>
              <a:rPr lang="en-FR"/>
              <a:t>Dip la conclu en mettant 20% données aussi efficace que 100. AL ne fait jamais perdre de perf. Avec peu de données peut avoir bons result</a:t>
            </a:r>
          </a:p>
        </p188:txBody>
      </p188:reply>
    </p188:replyLst>
    <p188:txBody>
      <a:bodyPr/>
      <a:lstStyle/>
      <a:p>
        <a:r>
          <a:rPr lang="en-FR"/>
          <a:t>A voir comment on met les conclus</a:t>
        </a:r>
      </a:p>
    </p188:txBody>
  </p188:cm>
</p188:cmLst>
</file>

<file path=ppt/comments/modernComment_7FFE5B3D_DDE08CD2.xml><?xml version="1.0" encoding="utf-8"?>
<p188:cmLst xmlns:a="http://schemas.openxmlformats.org/drawingml/2006/main" xmlns:r="http://schemas.openxmlformats.org/officeDocument/2006/relationships" xmlns:p188="http://schemas.microsoft.com/office/powerpoint/2018/8/main">
  <p188:cm id="{33765767-D9B5-3245-BB42-334E1AA03F08}" authorId="{94A73E68-2069-531B-8B48-F270E7F36FDF}" created="2025-04-02T08:58:54.076">
    <pc:sldMkLst xmlns:pc="http://schemas.microsoft.com/office/powerpoint/2013/main/command">
      <pc:docMk/>
      <pc:sldMk cId="722309711" sldId="2147375931"/>
    </pc:sldMkLst>
    <p188:replyLst>
      <p188:reply id="{D30A98B0-980A-5943-B45C-D7CBE29D01EB}" authorId="{94A73E68-2069-531B-8B48-F270E7F36FDF}" created="2025-04-08T14:17:37.762">
        <p188:txBody>
          <a:bodyPr/>
          <a:lstStyle/>
          <a:p>
            <a:r>
              <a:rPr lang="en-FR"/>
              <a:t>Préciserun peu mais 1 bullet point suffit
</a:t>
            </a:r>
          </a:p>
        </p188:txBody>
      </p188:reply>
    </p188:replyLst>
    <p188:txBody>
      <a:bodyPr/>
      <a:lstStyle/>
      <a:p>
        <a:r>
          <a:rPr lang="en-FR"/>
          <a:t>A voir comment on met les conclus</a:t>
        </a:r>
      </a:p>
    </p188:txBody>
  </p188:cm>
</p188:cmLst>
</file>

<file path=ppt/comments/modernComment_7FFE5B3E_F6DB53C0.xml><?xml version="1.0" encoding="utf-8"?>
<p188:cmLst xmlns:a="http://schemas.openxmlformats.org/drawingml/2006/main" xmlns:r="http://schemas.openxmlformats.org/officeDocument/2006/relationships" xmlns:p188="http://schemas.microsoft.com/office/powerpoint/2018/8/main">
  <p188:cm id="{0E702A21-3320-E44D-BA42-1D9361A2005E}" authorId="{94A73E68-2069-531B-8B48-F270E7F36FDF}" created="2025-04-02T08:58:54.076">
    <pc:sldMkLst xmlns:pc="http://schemas.microsoft.com/office/powerpoint/2013/main/command">
      <pc:docMk/>
      <pc:sldMk cId="722309711" sldId="2147375931"/>
    </pc:sldMkLst>
    <p188:replyLst>
      <p188:reply id="{F027F5B4-9533-BA4B-B0D1-BA7796DA667A}" authorId="{94A73E68-2069-531B-8B48-F270E7F36FDF}" created="2025-04-08T14:20:59.908">
        <p188:txBody>
          <a:bodyPr/>
          <a:lstStyle/>
          <a:p>
            <a:r>
              <a:rPr lang="en-FR"/>
              <a:t>Cest pas grave mais bcp finit car AL fonctionne mais des qu’on peut le faire il faut car meilleur result plus rapide</a:t>
            </a:r>
          </a:p>
        </p188:txBody>
      </p188:reply>
    </p188:replyLst>
    <p188:txBody>
      <a:bodyPr/>
      <a:lstStyle/>
      <a:p>
        <a:r>
          <a:rPr lang="en-FR"/>
          <a:t>A voir comment on met les conclus</a:t>
        </a:r>
      </a:p>
    </p188:txBody>
  </p188:cm>
</p188:cmLst>
</file>

<file path=ppt/comments/modernComment_7FFE5B19_99D64325.xml><?xml version="1.0" encoding="utf-8"?>
<p188:cmLst xmlns:a="http://schemas.openxmlformats.org/drawingml/2006/main" xmlns:r="http://schemas.openxmlformats.org/officeDocument/2006/relationships" xmlns:p188="http://schemas.microsoft.com/office/powerpoint/2018/8/main">
  <p188:cm id="{49F538F5-974D-462F-AF7A-31D70925BD00}" authorId="{F70231A5-15D5-586C-69C0-5F8A1CF620EA}" status="resolved" created="2025-03-11T09:41:05.882">
    <ac:deMkLst xmlns:ac="http://schemas.microsoft.com/office/drawing/2013/main/command">
      <pc:docMk xmlns:pc="http://schemas.microsoft.com/office/powerpoint/2013/main/command"/>
      <pc:sldMk xmlns:pc="http://schemas.microsoft.com/office/powerpoint/2013/main/command" cId="2580955941" sldId="2147375897"/>
      <ac:spMk id="9" creationId="{87680016-78CB-5D3F-1EC6-B2D3DF799E5D}"/>
    </ac:deMkLst>
    <p188:txBody>
      <a:bodyPr/>
      <a:lstStyle/>
      <a:p>
        <a:r>
          <a:rPr lang="en-GB"/>
          <a:t>PRS thresholds could be used for certains colors ==&gt; warning though on ongoing calibration &amp; moving thresholds</a:t>
        </a:r>
      </a:p>
    </p188:txBody>
  </p188:cm>
  <p188:cm id="{9A916CD0-2EF0-4046-869F-E3C591DA6D66}" authorId="{F70231A5-15D5-586C-69C0-5F8A1CF620EA}" status="resolved" created="2025-03-11T09:41:35.009">
    <ac:deMkLst xmlns:ac="http://schemas.microsoft.com/office/drawing/2013/main/command">
      <pc:docMk xmlns:pc="http://schemas.microsoft.com/office/powerpoint/2013/main/command"/>
      <pc:sldMk xmlns:pc="http://schemas.microsoft.com/office/powerpoint/2013/main/command" cId="2580955941" sldId="2147375897"/>
      <ac:spMk id="9" creationId="{87680016-78CB-5D3F-1EC6-B2D3DF799E5D}"/>
    </ac:deMkLst>
    <p188:txBody>
      <a:bodyPr/>
      <a:lstStyle/>
      <a:p>
        <a:r>
          <a:rPr lang="en-GB"/>
          <a:t>How are trading colors used (outside of PRS): do we want to get rid of them?</a:t>
        </a:r>
      </a:p>
    </p188:txBody>
  </p188:cm>
  <p188:cm id="{12D5C66A-F2D7-4E5E-80CA-5088A0EC407E}" authorId="{F70231A5-15D5-586C-69C0-5F8A1CF620EA}" status="resolved" created="2025-03-11T09:47:54.722">
    <pc:sldMkLst xmlns:pc="http://schemas.microsoft.com/office/powerpoint/2013/main/command">
      <pc:docMk/>
      <pc:sldMk cId="2580955941" sldId="2147375897"/>
    </pc:sldMkLst>
    <p188:replyLst>
      <p188:reply id="{9C08F9D4-B788-491F-92F0-0A84EA399E3B}" authorId="{F70231A5-15D5-586C-69C0-5F8A1CF620EA}" created="2025-03-11T09:48:21.889">
        <p188:txBody>
          <a:bodyPr/>
          <a:lstStyle/>
          <a:p>
            <a:r>
              <a:rPr lang="en-GB"/>
              <a:t>Proposer une démarche d'atelier design thinking afin de comprendre les actions prises selon les couleurs  (couleurs/outils les utilsant/actions). Le but étant de comprendre si le score peut être utilisé pour faire du profiling et également prendre des actions dans le shield.</a:t>
            </a:r>
          </a:p>
        </p188:txBody>
      </p188:reply>
    </p188:replyLst>
    <p188:txBody>
      <a:bodyPr/>
      <a:lstStyle/>
      <a:p>
        <a:r>
          <a:rPr lang="en-GB"/>
          <a:t>Proposal: workshops on the topic</a:t>
        </a:r>
      </a:p>
    </p188:txBody>
  </p188:cm>
  <p188:cm id="{68DC3EEB-3DFD-4E76-990D-8EC9363EDAEF}" authorId="{F70231A5-15D5-586C-69C0-5F8A1CF620EA}" status="resolved" created="2025-03-13T10:43:31.278">
    <ac:deMkLst xmlns:ac="http://schemas.microsoft.com/office/drawing/2013/main/command">
      <pc:docMk xmlns:pc="http://schemas.microsoft.com/office/powerpoint/2013/main/command"/>
      <pc:sldMk xmlns:pc="http://schemas.microsoft.com/office/powerpoint/2013/main/command" cId="2580955941" sldId="2147375897"/>
      <ac:spMk id="4" creationId="{5FE57DE7-4147-F8D7-C8F0-93306C575DA5}"/>
    </ac:deMkLst>
    <p188:txBody>
      <a:bodyPr/>
      <a:lstStyle/>
      <a:p>
        <a:r>
          <a:rPr lang="en-GB"/>
          <a:t>- PRS vs Colors: workshop pour définir si on switche et quand on peut switcher (besoin d’avoir le modèle industrialisé)
- Model explainability: quel format de partage de l’information, MEP dans Phoenix / Yoda envisagée? Si oui, besoin de sync avec Pierre Deneuville
- MeP de l’algo (DS) et de son monitoring (DI)</a:t>
        </a:r>
      </a:p>
    </p188:txBody>
  </p188:cm>
</p188:cmLst>
</file>

<file path=ppt/comments/modernComment_7FFE5B21_46C22B80.xml><?xml version="1.0" encoding="utf-8"?>
<p188:cmLst xmlns:a="http://schemas.openxmlformats.org/drawingml/2006/main" xmlns:r="http://schemas.openxmlformats.org/officeDocument/2006/relationships" xmlns:p188="http://schemas.microsoft.com/office/powerpoint/2018/8/main">
  <p188:cm id="{863D5657-B309-415A-9372-B19503587691}"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63226C9A-B1B8-441B-8523-2CF0A854CAD1}"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 id="{D54B90C4-909E-7F46-85BF-CD4557C35062}" authorId="{94A73E68-2069-531B-8B48-F270E7F36FDF}" created="2025-04-02T08:47:06.550">
    <pc:sldMkLst xmlns:pc="http://schemas.microsoft.com/office/powerpoint/2013/main/command">
      <pc:docMk/>
      <pc:sldMk cId="1187130240" sldId="2147375905"/>
    </pc:sldMkLst>
    <p188:replyLst>
      <p188:reply id="{77410B93-02A7-5240-85D8-30CBB02810D4}" authorId="{94A73E68-2069-531B-8B48-F270E7F36FDF}" created="2025-04-02T08:48:45.967">
        <p188:txBody>
          <a:bodyPr/>
          <a:lstStyle/>
          <a:p>
            <a:r>
              <a:rPr lang="en-FR"/>
              <a:t>Conclusion = AL meilleurs résultats rester plus vague
</a:t>
            </a:r>
          </a:p>
        </p188:txBody>
      </p188:reply>
    </p188:replyLst>
    <p188:txBody>
      <a:bodyPr/>
      <a:lstStyle/>
      <a:p>
        <a:r>
          <a:rPr lang="en-FR"/>
          <a:t>Refaire tourner 
Prs métrique ?
</a:t>
        </a:r>
      </a:p>
    </p188:txBody>
  </p188:cm>
</p188:cmLst>
</file>

<file path=ppt/comments/modernComment_7FFE5B33_9A8FD530.xml><?xml version="1.0" encoding="utf-8"?>
<p188:cmLst xmlns:a="http://schemas.openxmlformats.org/drawingml/2006/main" xmlns:r="http://schemas.openxmlformats.org/officeDocument/2006/relationships" xmlns:p188="http://schemas.microsoft.com/office/powerpoint/2018/8/main">
  <p188:cm id="{26EF0C04-66AE-0647-A396-FDDC319E9826}"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53C7F4C0-681A-7240-BD78-D4AA11520AC1}"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 id="{A95F43FF-C943-6747-9ED4-46A1007E07BA}" authorId="{94A73E68-2069-531B-8B48-F270E7F36FDF}" created="2025-04-02T09:13:35.340">
    <pc:sldMkLst xmlns:pc="http://schemas.microsoft.com/office/powerpoint/2013/main/command">
      <pc:docMk/>
      <pc:sldMk cId="2593117488" sldId="2147375923"/>
    </pc:sldMkLst>
    <p188:txBody>
      <a:bodyPr/>
      <a:lstStyle/>
      <a:p>
        <a:r>
          <a:rPr lang="en-FR"/>
          <a:t>Garder que la courbe de gauche pour voir les gap et dire que AL un peu plus de temps mais pas si couteux avec ces QS</a:t>
        </a:r>
      </a:p>
    </p188:txBody>
  </p188:cm>
</p188:cmLst>
</file>

<file path=ppt/comments/modernComment_7FFE5B36_30952DE6.xml><?xml version="1.0" encoding="utf-8"?>
<p188:cmLst xmlns:a="http://schemas.openxmlformats.org/drawingml/2006/main" xmlns:r="http://schemas.openxmlformats.org/officeDocument/2006/relationships" xmlns:p188="http://schemas.microsoft.com/office/powerpoint/2018/8/main">
  <p188:cm id="{91B724E9-C373-364B-8551-26EF93C802BB}"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55198D73-C85C-5947-9892-2CFC99B99D76}"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Lst>
</file>

<file path=ppt/comments/modernComment_7FFE5B38_80DAFD13.xml><?xml version="1.0" encoding="utf-8"?>
<p188:cmLst xmlns:a="http://schemas.openxmlformats.org/drawingml/2006/main" xmlns:r="http://schemas.openxmlformats.org/officeDocument/2006/relationships" xmlns:p188="http://schemas.microsoft.com/office/powerpoint/2018/8/main">
  <p188:cm id="{B8867B29-7714-1B4A-A99F-65B9AFF552FD}" authorId="{64820E38-AB2E-0E22-06E5-CE32AFA5F468}" status="resolved" created="2025-03-11T17:35:59.310">
    <pc:sldMkLst xmlns:pc="http://schemas.microsoft.com/office/powerpoint/2013/main/command">
      <pc:docMk/>
      <pc:sldMk cId="1187130240" sldId="2147375905"/>
    </pc:sldMkLst>
    <p188:replyLst>
      <p188:reply id="{EC306D78-DE1E-4F6C-8AAB-2D079BCAD986}" authorId="{63C7F7FA-A6B7-3265-4E47-C13D46BC6DC4}" created="2025-03-12T09:27:26.696">
        <p188:txBody>
          <a:bodyPr/>
          <a:lstStyle/>
          <a:p>
            <a:r>
              <a:rPr lang="en-GB"/>
              <a:t>Les données sont à partir du 04/02, il y a eu un retraining à partir de cette date qui améliore apparemment la calibration. Non j’ai pas pondéré par le volume du bin  </a:t>
            </a:r>
          </a:p>
        </p188:txBody>
      </p188:reply>
      <p188:reply id="{6C64502B-1924-4FEB-A9E8-7D7ACB28BB9D}" authorId="{64820E38-AB2E-0E22-06E5-CE32AFA5F468}" created="2025-03-12T13:08:38.965">
        <p188:txBody>
          <a:bodyPr/>
          <a:lstStyle/>
          <a:p>
            <a:r>
              <a:rPr lang="en-GB"/>
              <a:t>ok je pense ça vaut le coup de mettre le volume par bin comme en slide 5 (+ pondérer)</a:t>
            </a:r>
          </a:p>
        </p188:txBody>
      </p188:reply>
      <p188:reply id="{17D63CA1-0211-417A-90E7-B05E05F6B098}" authorId="{F70231A5-15D5-586C-69C0-5F8A1CF620EA}" created="2025-03-12T15:51:32.550">
        <p188:txBody>
          <a:bodyPr/>
          <a:lstStyle/>
          <a:p>
            <a:r>
              <a:rPr lang="en-GB"/>
              <a:t>- Ajouter caveat sur les volumes
- Pondérer MAE</a:t>
            </a:r>
          </a:p>
        </p188:txBody>
      </p188:reply>
    </p188:replyLst>
    <p188:txBody>
      <a:bodyPr/>
      <a:lstStyle/>
      <a:p>
        <a:r>
          <a:rPr lang="en-GB"/>
          <a:t>suis un peu surpris de la courbe de gauche, je pensais qu'on surrévaluait les proba de manière générale. Aussi généralement on couple ce graphe avec le volume car y'a certains bins qui sont quasi vide. 
PS : ici MAE c'est pas pondéré par le volume du bin ?</a:t>
        </a:r>
      </a:p>
    </p188:txBody>
  </p188:cm>
  <p188:cm id="{F88F98BB-AF71-A343-9741-1485A4779CD2}" authorId="{64820E38-AB2E-0E22-06E5-CE32AFA5F468}" status="resolved" created="2025-03-12T13:11:41.639">
    <pc:sldMkLst xmlns:pc="http://schemas.microsoft.com/office/powerpoint/2013/main/command">
      <pc:docMk/>
      <pc:sldMk cId="1187130240" sldId="2147375905"/>
    </pc:sldMkLst>
    <p188:replyLst>
      <p188:reply id="{786B4509-47B3-4EE5-934F-1B26A9784DC9}" authorId="{F70231A5-15D5-586C-69C0-5F8A1CF620EA}" created="2025-03-12T15:50:12.581">
        <p188:txBody>
          <a:bodyPr/>
          <a:lstStyle/>
          <a:p>
            <a:r>
              <a:rPr lang="en-GB"/>
              <a:t>On va ajouter les dates en légende</a:t>
            </a:r>
          </a:p>
        </p188:txBody>
      </p188:reply>
    </p188:replyLst>
    <p188:txBody>
      <a:bodyPr/>
      <a:lstStyle/>
      <a:p>
        <a:r>
          <a:rPr lang="en-GB"/>
          <a:t>c'est pas sur la même période de temps right ?</a:t>
        </a:r>
      </a:p>
    </p188:txBody>
    <p188:extLst>
      <p:ext xmlns:p="http://schemas.openxmlformats.org/presentationml/2006/main" uri="{57CB4572-C831-44C2-8A1C-0ADB6CCDFE69}">
        <p223:reactions xmlns:p223="http://schemas.microsoft.com/office/powerpoint/2022/03/main">
          <p223:rxn type="👍">
            <p223:instance time="2025-03-12T15:49:57.901" authorId="{F70231A5-15D5-586C-69C0-5F8A1CF620EA}"/>
          </p223:rxn>
        </p223:reactions>
      </p:ext>
    </p188:extLst>
  </p188:cm>
  <p188:cm id="{6B7C3374-AEAE-B947-92C9-20445553B138}" authorId="{94A73E68-2069-531B-8B48-F270E7F36FDF}" created="2025-04-02T09:00:06.875">
    <pc:sldMkLst xmlns:pc="http://schemas.microsoft.com/office/powerpoint/2013/main/command">
      <pc:docMk/>
      <pc:sldMk cId="2161835283" sldId="2147375928"/>
    </pc:sldMkLst>
    <p188:replyLst>
      <p188:reply id="{B91F75AD-D939-8946-868E-AEC68C31B042}" authorId="{94A73E68-2069-531B-8B48-F270E7F36FDF}" created="2025-04-02T09:00:46.276">
        <p188:txBody>
          <a:bodyPr/>
          <a:lstStyle/>
          <a:p>
            <a:r>
              <a:rPr lang="en-FR"/>
              <a:t>Légende enlever Mnist et mettre le 0.002 en 0.2%</a:t>
            </a:r>
          </a:p>
        </p188:txBody>
      </p188:reply>
      <p188:reply id="{554CFE39-DE53-5447-9DBD-1181F365D435}" authorId="{94A73E68-2069-531B-8B48-F270E7F36FDF}" created="2025-04-02T09:05:27.192">
        <p188:txBody>
          <a:bodyPr/>
          <a:lstStyle/>
          <a:p>
            <a:r>
              <a:rPr lang="en-FR"/>
              <a:t>Mettre un seul random et mettre 3 différents init pour MNIST</a:t>
            </a:r>
          </a:p>
        </p188:txBody>
      </p188:reply>
      <p188:reply id="{3CD1DC5C-6E53-B846-975E-08AB12579EF3}" authorId="{94A73E68-2069-531B-8B48-F270E7F36FDF}" created="2025-04-02T09:07:00.657">
        <p188:txBody>
          <a:bodyPr/>
          <a:lstStyle/>
          <a:p>
            <a:r>
              <a:rPr lang="en-FR"/>
              <a:t>Re run prs</a:t>
            </a:r>
          </a:p>
        </p188:txBody>
      </p188:reply>
      <p188:reply id="{177FA6F1-C7F8-144D-96DD-C3782FB03751}" authorId="{94A73E68-2069-531B-8B48-F270E7F36FDF}" created="2025-04-02T09:07:34.392">
        <p188:txBody>
          <a:bodyPr/>
          <a:lstStyle/>
          <a:p>
            <a:r>
              <a:rPr lang="en-FR"/>
              <a:t>Conclusion</a:t>
            </a:r>
          </a:p>
        </p188:txBody>
      </p188:reply>
    </p188:replyLst>
    <p188:txBody>
      <a:bodyPr/>
      <a:lstStyle/>
      <a:p>
        <a:r>
          <a:rPr lang="en-FR"/>
          <a:t>Enlever foot
</a:t>
        </a:r>
      </a:p>
    </p188:txBody>
  </p188:cm>
</p188:cmLst>
</file>

<file path=ppt/comments/modernComment_7FFE5B40_2B49CBD4.xml><?xml version="1.0" encoding="utf-8"?>
<p188:cmLst xmlns:a="http://schemas.openxmlformats.org/drawingml/2006/main" xmlns:r="http://schemas.openxmlformats.org/officeDocument/2006/relationships" xmlns:p188="http://schemas.microsoft.com/office/powerpoint/2018/8/main">
  <p188:cm id="{3242CB7C-FBAB-024F-926D-36A9F33EBFFC}" authorId="{94A73E68-2069-531B-8B48-F270E7F36FDF}" created="2025-04-02T08:58:54.076">
    <pc:sldMkLst xmlns:pc="http://schemas.microsoft.com/office/powerpoint/2013/main/command">
      <pc:docMk/>
      <pc:sldMk cId="722309711" sldId="2147375931"/>
    </pc:sldMkLst>
    <p188:txBody>
      <a:bodyPr/>
      <a:lstStyle/>
      <a:p>
        <a:r>
          <a:rPr lang="en-FR"/>
          <a:t>A voir comment on met les conclus</a:t>
        </a:r>
      </a:p>
    </p188:txBody>
  </p188:cm>
</p188:cmLst>
</file>

<file path=ppt/comments/modernComment_7FFE5B41_A0ED6A02.xml><?xml version="1.0" encoding="utf-8"?>
<p188:cmLst xmlns:a="http://schemas.openxmlformats.org/drawingml/2006/main" xmlns:r="http://schemas.openxmlformats.org/officeDocument/2006/relationships" xmlns:p188="http://schemas.microsoft.com/office/powerpoint/2018/8/main">
  <p188:cm id="{D6D9B6BB-2F8A-4D44-965A-15A2432C9A7B}" authorId="{94A73E68-2069-531B-8B48-F270E7F36FDF}" created="2025-04-02T08:58:54.076">
    <pc:sldMkLst xmlns:pc="http://schemas.microsoft.com/office/powerpoint/2013/main/command">
      <pc:docMk/>
      <pc:sldMk cId="722309711" sldId="2147375931"/>
    </pc:sldMkLst>
    <p188:replyLst>
      <p188:reply id="{EB0EC100-8E5C-0146-B1CE-E1466379F276}" authorId="{94A73E68-2069-531B-8B48-F270E7F36FDF}" created="2025-04-08T14:29:05.307">
        <p188:txBody>
          <a:bodyPr/>
          <a:lstStyle/>
          <a:p>
            <a:r>
              <a:rPr lang="en-FR"/>
              <a:t>Négligeable pr au cout de réentrainement du modèle</a:t>
            </a:r>
          </a:p>
        </p188:txBody>
      </p188:reply>
    </p188:replyLst>
    <p188:txBody>
      <a:bodyPr/>
      <a:lstStyle/>
      <a:p>
        <a:r>
          <a:rPr lang="en-FR"/>
          <a:t>A voir comment on met les conclus</a:t>
        </a:r>
      </a:p>
    </p188:txBody>
  </p188:cm>
</p188:cmLst>
</file>

<file path=ppt/comments/modernComment_14BA_9DBB8F9.xml><?xml version="1.0" encoding="utf-8"?>
<p188:cmLst xmlns:a="http://schemas.openxmlformats.org/drawingml/2006/main" xmlns:r="http://schemas.openxmlformats.org/officeDocument/2006/relationships" xmlns:p188="http://schemas.microsoft.com/office/powerpoint/2018/8/main">
  <p188:cm id="{E8CB871E-7124-1A4A-8CAC-A7EF63856D35}" authorId="{94A73E68-2069-531B-8B48-F270E7F36FDF}" created="2025-04-02T08:35:57.101">
    <pc:sldMkLst xmlns:pc="http://schemas.microsoft.com/office/powerpoint/2013/main/command">
      <pc:docMk/>
      <pc:sldMk cId="165394681" sldId="5306"/>
    </pc:sldMkLst>
    <p188:txBody>
      <a:bodyPr/>
      <a:lstStyle/>
      <a:p>
        <a:r>
          <a:rPr lang="en-FR"/>
          <a:t>Petite flèche entre les 2 tableaux ou animation pour mieuxx lire la slide
</a:t>
        </a:r>
      </a:p>
    </p188:txBody>
  </p188:cm>
</p188:cmLst>
</file>

<file path=ppt/comments/modernComment_14F2_4DECDB85.xml><?xml version="1.0" encoding="utf-8"?>
<p188:cmLst xmlns:a="http://schemas.openxmlformats.org/drawingml/2006/main" xmlns:r="http://schemas.openxmlformats.org/officeDocument/2006/relationships" xmlns:p188="http://schemas.microsoft.com/office/powerpoint/2018/8/main">
  <p188:cm id="{DFE25EAA-7FF5-944E-ABA1-D18CC812A376}" authorId="{94A73E68-2069-531B-8B48-F270E7F36FDF}" created="2025-04-02T08:24:13.033">
    <pc:sldMkLst xmlns:pc="http://schemas.microsoft.com/office/powerpoint/2013/main/command">
      <pc:docMk/>
      <pc:sldMk cId="1307368325" sldId="5362"/>
    </pc:sldMkLst>
    <p188:txBody>
      <a:bodyPr/>
      <a:lstStyle/>
      <a:p>
        <a:r>
          <a:rPr lang="en-FR"/>
          <a:t>Tout en anglais</a:t>
        </a:r>
      </a:p>
    </p188:txBody>
  </p188:cm>
</p188:cmLst>
</file>

<file path=ppt/comments/modernComment_105C_A1EF1E38.xml><?xml version="1.0" encoding="utf-8"?>
<p188:cmLst xmlns:a="http://schemas.openxmlformats.org/drawingml/2006/main" xmlns:r="http://schemas.openxmlformats.org/officeDocument/2006/relationships" xmlns:p188="http://schemas.microsoft.com/office/powerpoint/2018/8/main">
  <p188:cm id="{B738A002-B525-E540-BC5D-C92891807D5C}" authorId="{94A73E68-2069-531B-8B48-F270E7F36FDF}" created="2025-04-02T08:27:55.684">
    <pc:sldMkLst xmlns:pc="http://schemas.microsoft.com/office/powerpoint/2013/main/command">
      <pc:docMk/>
      <pc:sldMk cId="2716802616" sldId="4188"/>
    </pc:sldMkLst>
    <p188:replyLst>
      <p188:reply id="{78FAB5CE-6177-894C-8A91-AA5B53992281}" authorId="{94A73E68-2069-531B-8B48-F270E7F36FDF}" created="2025-04-02T08:30:44.864">
        <p188:txBody>
          <a:bodyPr/>
          <a:lstStyle/>
          <a:p>
            <a:r>
              <a:rPr lang="en-FR"/>
              <a:t>Agrandir les train en exagérant. Mettre 
</a:t>
            </a:r>
          </a:p>
        </p188:txBody>
      </p188:reply>
    </p188:replyLst>
    <p188:txBody>
      <a:bodyPr/>
      <a:lstStyle/>
      <a:p>
        <a:r>
          <a:rPr lang="en-FR"/>
          <a:t>Préciser ce qui est labellisé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13FB3-4AF1-0A43-ABAD-3A05B0E6FCB2}" type="datetimeFigureOut">
              <a:rPr lang="fr-FR" smtClean="0"/>
              <a:t>03/04/2025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66BADD-9374-9947-930B-40E0BB79783B}" type="slidenum">
              <a:rPr lang="fr-FR" smtClean="0"/>
              <a:t>‹#›</a:t>
            </a:fld>
            <a:endParaRPr lang="fr-FR"/>
          </a:p>
        </p:txBody>
      </p:sp>
    </p:spTree>
    <p:extLst>
      <p:ext uri="{BB962C8B-B14F-4D97-AF65-F5344CB8AC3E}">
        <p14:creationId xmlns:p14="http://schemas.microsoft.com/office/powerpoint/2010/main" val="2403277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40D9ACB-32B4-304B-841E-6044ACB0512C}" type="slidenum">
              <a:rPr lang="fr-FR" smtClean="0"/>
              <a:t>1</a:t>
            </a:fld>
            <a:endParaRPr lang="fr-FR"/>
          </a:p>
        </p:txBody>
      </p:sp>
    </p:spTree>
    <p:extLst>
      <p:ext uri="{BB962C8B-B14F-4D97-AF65-F5344CB8AC3E}">
        <p14:creationId xmlns:p14="http://schemas.microsoft.com/office/powerpoint/2010/main" val="841337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58734E-BFD5-734C-822D-92EBD032C99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696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A822B-D7E4-27A8-C6AE-FBECD014B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2DEB7-0F19-E992-D4D7-50BC5FF6A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236FD-F66D-3803-E819-CD78779AE9D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055CC43-EFB8-E404-43DD-5B5DDFE68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6BADD-9374-9947-930B-40E0BB79783B}"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6590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A9810-2221-BEF4-6848-68664410525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5AC5C9C-EA9C-C54D-44A3-18A1140E15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A615E4A-51F4-6A64-0F06-5556BA42EB5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A22433E-73F9-DB49-E53A-64CD318515D2}"/>
              </a:ext>
            </a:extLst>
          </p:cNvPr>
          <p:cNvSpPr>
            <a:spLocks noGrp="1"/>
          </p:cNvSpPr>
          <p:nvPr>
            <p:ph type="sldNum" sz="quarter" idx="5"/>
          </p:nvPr>
        </p:nvSpPr>
        <p:spPr/>
        <p:txBody>
          <a:bodyPr/>
          <a:lstStyle/>
          <a:p>
            <a:fld id="{440D9ACB-32B4-304B-841E-6044ACB0512C}" type="slidenum">
              <a:rPr lang="fr-FR" smtClean="0"/>
              <a:t>4</a:t>
            </a:fld>
            <a:endParaRPr lang="fr-FR"/>
          </a:p>
        </p:txBody>
      </p:sp>
    </p:spTree>
    <p:extLst>
      <p:ext uri="{BB962C8B-B14F-4D97-AF65-F5344CB8AC3E}">
        <p14:creationId xmlns:p14="http://schemas.microsoft.com/office/powerpoint/2010/main" val="1232886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808E8-5F44-9BB6-9682-E1515BB0D8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15CE05-AA61-BF67-AD14-E76FB38D19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1D3918A-417C-017E-4E82-9C0DC303679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BAE7A5B-9BF7-31BD-FC5B-28E1AE327228}"/>
              </a:ext>
            </a:extLst>
          </p:cNvPr>
          <p:cNvSpPr>
            <a:spLocks noGrp="1"/>
          </p:cNvSpPr>
          <p:nvPr>
            <p:ph type="sldNum" sz="quarter" idx="5"/>
          </p:nvPr>
        </p:nvSpPr>
        <p:spPr/>
        <p:txBody>
          <a:bodyPr/>
          <a:lstStyle/>
          <a:p>
            <a:fld id="{440D9ACB-32B4-304B-841E-6044ACB0512C}" type="slidenum">
              <a:rPr lang="fr-FR" smtClean="0"/>
              <a:t>5</a:t>
            </a:fld>
            <a:endParaRPr lang="fr-FR"/>
          </a:p>
        </p:txBody>
      </p:sp>
    </p:spTree>
    <p:extLst>
      <p:ext uri="{BB962C8B-B14F-4D97-AF65-F5344CB8AC3E}">
        <p14:creationId xmlns:p14="http://schemas.microsoft.com/office/powerpoint/2010/main" val="489645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F680A-8F57-E1F6-99D4-643AA206A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05E84-4F0A-E409-7DB2-7C8B7DE47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7E3EB-C511-C834-3BF2-2F9D6CF93C2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3DE5741-D586-6559-498D-61D2D4A103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6BADD-9374-9947-930B-40E0BB79783B}"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7770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E24B-E300-D0D6-032D-306BAED1E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372EC-48C3-4047-2A51-B03089197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CFCE2-0A61-E57C-2959-1BD3F50C45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6B5CCFB-E993-F6FE-0889-8CE062593F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6BADD-9374-9947-930B-40E0BB79783B}"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7259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0A317-305C-8417-F8EF-2A8CA31B1B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2CE97C-9852-FDD3-AC7A-2C7407F67CA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B21615-D2F5-F63C-939F-77E36227136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3C92A02-DDF4-91CE-6810-D1C58FC06C00}"/>
              </a:ext>
            </a:extLst>
          </p:cNvPr>
          <p:cNvSpPr>
            <a:spLocks noGrp="1"/>
          </p:cNvSpPr>
          <p:nvPr>
            <p:ph type="sldNum" sz="quarter" idx="5"/>
          </p:nvPr>
        </p:nvSpPr>
        <p:spPr/>
        <p:txBody>
          <a:bodyPr/>
          <a:lstStyle/>
          <a:p>
            <a:fld id="{440D9ACB-32B4-304B-841E-6044ACB0512C}" type="slidenum">
              <a:rPr lang="fr-FR" smtClean="0"/>
              <a:t>14</a:t>
            </a:fld>
            <a:endParaRPr lang="fr-FR"/>
          </a:p>
        </p:txBody>
      </p:sp>
    </p:spTree>
    <p:extLst>
      <p:ext uri="{BB962C8B-B14F-4D97-AF65-F5344CB8AC3E}">
        <p14:creationId xmlns:p14="http://schemas.microsoft.com/office/powerpoint/2010/main" val="470980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667F-7283-7EC0-01C0-BD2213594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E39E-63F4-2EBE-E91A-7E1F09BA7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6151D-3892-2976-D438-B58FD0786AF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E630960-B5E1-91A2-27E2-BDED11BDE2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66BADD-9374-9947-930B-40E0BB79783B}"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779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3D7E8-4C26-C3E7-AEE6-EDEF4EECE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E7AF5-9B8C-2FBD-F8F1-7F8DACB4D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0900C-128B-9FD8-1AA7-EE855212B6CC}"/>
              </a:ext>
            </a:extLst>
          </p:cNvPr>
          <p:cNvSpPr>
            <a:spLocks noGrp="1"/>
          </p:cNvSpPr>
          <p:nvPr>
            <p:ph type="body" idx="1"/>
          </p:nvPr>
        </p:nvSpPr>
        <p:spPr/>
        <p:txBody>
          <a:bodyPr/>
          <a:lstStyle/>
          <a:p>
            <a:endParaRPr lang="en-GB">
              <a:cs typeface="Calibri"/>
            </a:endParaRPr>
          </a:p>
        </p:txBody>
      </p:sp>
      <p:sp>
        <p:nvSpPr>
          <p:cNvPr id="4" name="Slide Number Placeholder 3">
            <a:extLst>
              <a:ext uri="{FF2B5EF4-FFF2-40B4-BE49-F238E27FC236}">
                <a16:creationId xmlns:a16="http://schemas.microsoft.com/office/drawing/2014/main" id="{19C00E66-0D85-F36D-C696-39F3BBB447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58734E-BFD5-734C-822D-92EBD032C99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1311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A32CD-75A2-6100-4FE0-7A479FDF00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CBD0F0A-D6AC-8AD8-C3E1-A99583D736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61FCE9-5418-E9BC-C0C6-2B97EB6C1C2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A5EDD2D-56DC-7B31-4660-4DFF10B56B56}"/>
              </a:ext>
            </a:extLst>
          </p:cNvPr>
          <p:cNvSpPr>
            <a:spLocks noGrp="1"/>
          </p:cNvSpPr>
          <p:nvPr>
            <p:ph type="sldNum" sz="quarter" idx="5"/>
          </p:nvPr>
        </p:nvSpPr>
        <p:spPr/>
        <p:txBody>
          <a:bodyPr/>
          <a:lstStyle/>
          <a:p>
            <a:fld id="{440D9ACB-32B4-304B-841E-6044ACB0512C}" type="slidenum">
              <a:rPr lang="fr-FR" smtClean="0"/>
              <a:t>17</a:t>
            </a:fld>
            <a:endParaRPr lang="fr-FR"/>
          </a:p>
        </p:txBody>
      </p:sp>
    </p:spTree>
    <p:extLst>
      <p:ext uri="{BB962C8B-B14F-4D97-AF65-F5344CB8AC3E}">
        <p14:creationId xmlns:p14="http://schemas.microsoft.com/office/powerpoint/2010/main" val="1510796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445D-DFD5-EE2D-C1EE-D8D30C8F25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25BB1D-EAEA-63CB-46F1-D051B69993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223D6F-CA4C-A577-1622-E4455056120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F51042E-4B6E-71BB-F8DD-17302965218A}"/>
              </a:ext>
            </a:extLst>
          </p:cNvPr>
          <p:cNvSpPr>
            <a:spLocks noGrp="1"/>
          </p:cNvSpPr>
          <p:nvPr>
            <p:ph type="sldNum" sz="quarter" idx="5"/>
          </p:nvPr>
        </p:nvSpPr>
        <p:spPr/>
        <p:txBody>
          <a:bodyPr/>
          <a:lstStyle/>
          <a:p>
            <a:fld id="{440D9ACB-32B4-304B-841E-6044ACB0512C}" type="slidenum">
              <a:rPr lang="fr-FR" smtClean="0"/>
              <a:t>20</a:t>
            </a:fld>
            <a:endParaRPr lang="fr-FR"/>
          </a:p>
        </p:txBody>
      </p:sp>
    </p:spTree>
    <p:extLst>
      <p:ext uri="{BB962C8B-B14F-4D97-AF65-F5344CB8AC3E}">
        <p14:creationId xmlns:p14="http://schemas.microsoft.com/office/powerpoint/2010/main" val="3226372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30337-DA88-FD67-0C75-3E8D0A11A7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2AF246-2377-3165-BF02-17B179AD3C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1DA2A5-8540-7FFE-8BFA-F459D4E2881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130D8-234A-FD22-398F-942D15A15CE1}"/>
              </a:ext>
            </a:extLst>
          </p:cNvPr>
          <p:cNvSpPr>
            <a:spLocks noGrp="1"/>
          </p:cNvSpPr>
          <p:nvPr>
            <p:ph type="sldNum" sz="quarter" idx="5"/>
          </p:nvPr>
        </p:nvSpPr>
        <p:spPr/>
        <p:txBody>
          <a:bodyPr/>
          <a:lstStyle/>
          <a:p>
            <a:fld id="{440D9ACB-32B4-304B-841E-6044ACB0512C}" type="slidenum">
              <a:rPr lang="fr-FR" smtClean="0"/>
              <a:t>21</a:t>
            </a:fld>
            <a:endParaRPr lang="fr-FR"/>
          </a:p>
        </p:txBody>
      </p:sp>
    </p:spTree>
    <p:extLst>
      <p:ext uri="{BB962C8B-B14F-4D97-AF65-F5344CB8AC3E}">
        <p14:creationId xmlns:p14="http://schemas.microsoft.com/office/powerpoint/2010/main" val="4045807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5259-D45E-B9B5-2CC0-71C3FA4EE4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6C93E7-03FB-B602-6ABF-233E58966E0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F7E164-96C8-E40C-7A54-35E21AE804C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CDE0A3D-F0EE-1E21-316A-48B1A62034B3}"/>
              </a:ext>
            </a:extLst>
          </p:cNvPr>
          <p:cNvSpPr>
            <a:spLocks noGrp="1"/>
          </p:cNvSpPr>
          <p:nvPr>
            <p:ph type="sldNum" sz="quarter" idx="5"/>
          </p:nvPr>
        </p:nvSpPr>
        <p:spPr/>
        <p:txBody>
          <a:bodyPr/>
          <a:lstStyle/>
          <a:p>
            <a:fld id="{440D9ACB-32B4-304B-841E-6044ACB0512C}" type="slidenum">
              <a:rPr lang="fr-FR" smtClean="0"/>
              <a:t>23</a:t>
            </a:fld>
            <a:endParaRPr lang="fr-FR"/>
          </a:p>
        </p:txBody>
      </p:sp>
    </p:spTree>
    <p:extLst>
      <p:ext uri="{BB962C8B-B14F-4D97-AF65-F5344CB8AC3E}">
        <p14:creationId xmlns:p14="http://schemas.microsoft.com/office/powerpoint/2010/main" val="1926349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CC85-0D7F-2CC1-DAB8-DD6D06BD7C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2C0434-C1E6-0354-16B1-6CBF4EA55B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290D7A-25BF-505D-A5F7-C80B90C6B43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8E651B6-BF51-4818-3C17-71726DB8F2DA}"/>
              </a:ext>
            </a:extLst>
          </p:cNvPr>
          <p:cNvSpPr>
            <a:spLocks noGrp="1"/>
          </p:cNvSpPr>
          <p:nvPr>
            <p:ph type="sldNum" sz="quarter" idx="5"/>
          </p:nvPr>
        </p:nvSpPr>
        <p:spPr/>
        <p:txBody>
          <a:bodyPr/>
          <a:lstStyle/>
          <a:p>
            <a:fld id="{440D9ACB-32B4-304B-841E-6044ACB0512C}" type="slidenum">
              <a:rPr lang="fr-FR" smtClean="0"/>
              <a:t>25</a:t>
            </a:fld>
            <a:endParaRPr lang="fr-FR"/>
          </a:p>
        </p:txBody>
      </p:sp>
    </p:spTree>
    <p:extLst>
      <p:ext uri="{BB962C8B-B14F-4D97-AF65-F5344CB8AC3E}">
        <p14:creationId xmlns:p14="http://schemas.microsoft.com/office/powerpoint/2010/main" val="1569833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26D2-6F75-8A8D-E639-638587C1A3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EE919E-340B-C2C8-DF81-62776000AD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C97518-04C9-F380-6AF5-D1D4E889069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B41AA24-B12B-D8B8-6A31-37F6B7279961}"/>
              </a:ext>
            </a:extLst>
          </p:cNvPr>
          <p:cNvSpPr>
            <a:spLocks noGrp="1"/>
          </p:cNvSpPr>
          <p:nvPr>
            <p:ph type="sldNum" sz="quarter" idx="5"/>
          </p:nvPr>
        </p:nvSpPr>
        <p:spPr/>
        <p:txBody>
          <a:bodyPr/>
          <a:lstStyle/>
          <a:p>
            <a:fld id="{440D9ACB-32B4-304B-841E-6044ACB0512C}" type="slidenum">
              <a:rPr lang="fr-FR" smtClean="0"/>
              <a:t>27</a:t>
            </a:fld>
            <a:endParaRPr lang="fr-FR"/>
          </a:p>
        </p:txBody>
      </p:sp>
    </p:spTree>
    <p:extLst>
      <p:ext uri="{BB962C8B-B14F-4D97-AF65-F5344CB8AC3E}">
        <p14:creationId xmlns:p14="http://schemas.microsoft.com/office/powerpoint/2010/main" val="758720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F24-3DAA-5373-A5D9-F1B7504FC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B84F2-B1CE-1204-6211-C76504706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A7AF-E221-D65F-573C-BAE4447F10BF}"/>
              </a:ext>
            </a:extLst>
          </p:cNvPr>
          <p:cNvSpPr>
            <a:spLocks noGrp="1"/>
          </p:cNvSpPr>
          <p:nvPr>
            <p:ph type="body" idx="1"/>
          </p:nvPr>
        </p:nvSpPr>
        <p:spPr/>
        <p:txBody>
          <a:bodyPr/>
          <a:lstStyle/>
          <a:p>
            <a:endParaRPr lang="en-GB">
              <a:cs typeface="Calibri"/>
            </a:endParaRPr>
          </a:p>
        </p:txBody>
      </p:sp>
      <p:sp>
        <p:nvSpPr>
          <p:cNvPr id="4" name="Slide Number Placeholder 3">
            <a:extLst>
              <a:ext uri="{FF2B5EF4-FFF2-40B4-BE49-F238E27FC236}">
                <a16:creationId xmlns:a16="http://schemas.microsoft.com/office/drawing/2014/main" id="{8C4E1823-FA24-5379-23C6-F84F358EB6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58734E-BFD5-734C-822D-92EBD032C99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111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930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0" y="5491113"/>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996777"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63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arallélogramme 10">
            <a:extLst>
              <a:ext uri="{FF2B5EF4-FFF2-40B4-BE49-F238E27FC236}">
                <a16:creationId xmlns:a16="http://schemas.microsoft.com/office/drawing/2014/main" id="{073E02E5-BF19-5C47-BA77-636A8F3D0410}"/>
              </a:ext>
            </a:extLst>
          </p:cNvPr>
          <p:cNvSpPr/>
          <p:nvPr userDrawn="1"/>
        </p:nvSpPr>
        <p:spPr>
          <a:xfrm>
            <a:off x="490538" y="0"/>
            <a:ext cx="10982324" cy="981075"/>
          </a:xfrm>
          <a:prstGeom prst="parallelogram">
            <a:avLst>
              <a:gd name="adj" fmla="val 99757"/>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endParaRPr lang="fr-FR" sz="4400" b="1">
              <a:solidFill>
                <a:srgbClr val="E10014"/>
              </a:solidFill>
              <a:latin typeface="Arvo" panose="02000000000000000000" pitchFamily="2" charset="77"/>
            </a:endParaRP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0" y="5491113"/>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996777"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1366886" y="197896"/>
            <a:ext cx="10105976" cy="625474"/>
          </a:xfrm>
          <a:prstGeom prst="rect">
            <a:avLst/>
          </a:prstGeom>
        </p:spPr>
        <p:txBody>
          <a:bodyPr/>
          <a:lstStyle>
            <a:lvl1pPr>
              <a:defRPr sz="4200" b="1" i="0">
                <a:solidFill>
                  <a:schemeClr val="bg1"/>
                </a:solidFill>
                <a:latin typeface="Arvo" panose="02000000000000000000" pitchFamily="2" charset="77"/>
              </a:defRPr>
            </a:lvl1pPr>
          </a:lstStyle>
          <a:p>
            <a:r>
              <a:rPr lang="fr-FR" dirty="0"/>
              <a:t>EDIT TITLE</a:t>
            </a:r>
          </a:p>
        </p:txBody>
      </p:sp>
      <p:sp>
        <p:nvSpPr>
          <p:cNvPr id="3" name="Espace réservé du texte 2">
            <a:extLst>
              <a:ext uri="{FF2B5EF4-FFF2-40B4-BE49-F238E27FC236}">
                <a16:creationId xmlns:a16="http://schemas.microsoft.com/office/drawing/2014/main" id="{DA18DFB2-430D-FF4E-84D8-C14DED0CA978}"/>
              </a:ext>
            </a:extLst>
          </p:cNvPr>
          <p:cNvSpPr>
            <a:spLocks noGrp="1"/>
          </p:cNvSpPr>
          <p:nvPr>
            <p:ph type="body" sz="quarter" idx="10"/>
          </p:nvPr>
        </p:nvSpPr>
        <p:spPr>
          <a:xfrm>
            <a:off x="719137" y="1178972"/>
            <a:ext cx="10753725" cy="5162194"/>
          </a:xfrm>
          <a:prstGeom prst="rect">
            <a:avLst/>
          </a:prstGeom>
        </p:spPr>
        <p:txBody>
          <a:bodyPr/>
          <a:lstStyle>
            <a:lvl1pPr marL="0" indent="0">
              <a:buNone/>
              <a:defRPr>
                <a:latin typeface="Metropolis" pitchFamily="2" charset="77"/>
              </a:defRPr>
            </a:lvl1pPr>
            <a:lvl2pPr marL="457200" indent="0">
              <a:buFont typeface="Arial" panose="020B0604020202020204" pitchFamily="34" charset="0"/>
              <a:buNone/>
              <a:defRPr>
                <a:latin typeface="Metropolis" pitchFamily="2" charset="77"/>
              </a:defRPr>
            </a:lvl2pPr>
            <a:lvl3pPr>
              <a:defRPr>
                <a:latin typeface="Metropolis" pitchFamily="2" charset="77"/>
              </a:defRPr>
            </a:lvl3pPr>
            <a:lvl4pPr>
              <a:defRPr>
                <a:latin typeface="Metropolis" pitchFamily="2" charset="77"/>
              </a:defRPr>
            </a:lvl4pPr>
            <a:lvl5pPr>
              <a:defRPr>
                <a:latin typeface="Metropolis" pitchFamily="2" charset="77"/>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20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9" name="Parallélogramme 18">
            <a:extLst>
              <a:ext uri="{FF2B5EF4-FFF2-40B4-BE49-F238E27FC236}">
                <a16:creationId xmlns:a16="http://schemas.microsoft.com/office/drawing/2014/main" id="{9DBC1EC1-3FB4-7B49-857F-E9251B0AF0F8}"/>
              </a:ext>
            </a:extLst>
          </p:cNvPr>
          <p:cNvSpPr/>
          <p:nvPr userDrawn="1"/>
        </p:nvSpPr>
        <p:spPr>
          <a:xfrm>
            <a:off x="490538" y="0"/>
            <a:ext cx="10982324" cy="981075"/>
          </a:xfrm>
          <a:prstGeom prst="parallelogram">
            <a:avLst>
              <a:gd name="adj" fmla="val 99757"/>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endParaRPr lang="fr-FR" sz="4400" b="1">
              <a:solidFill>
                <a:srgbClr val="E10014"/>
              </a:solidFill>
              <a:latin typeface="Arvo" panose="02000000000000000000" pitchFamily="2" charset="77"/>
            </a:endParaRPr>
          </a:p>
        </p:txBody>
      </p:sp>
      <p:sp>
        <p:nvSpPr>
          <p:cNvPr id="15" name="Espace réservé pour une image  14">
            <a:extLst>
              <a:ext uri="{FF2B5EF4-FFF2-40B4-BE49-F238E27FC236}">
                <a16:creationId xmlns:a16="http://schemas.microsoft.com/office/drawing/2014/main" id="{47A9421E-71D3-0A42-A0F5-8A132D385A0F}"/>
              </a:ext>
            </a:extLst>
          </p:cNvPr>
          <p:cNvSpPr>
            <a:spLocks noGrp="1"/>
          </p:cNvSpPr>
          <p:nvPr>
            <p:ph type="pic" sz="quarter" idx="10"/>
          </p:nvPr>
        </p:nvSpPr>
        <p:spPr>
          <a:xfrm>
            <a:off x="7172325" y="1838325"/>
            <a:ext cx="5019675" cy="5019675"/>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5019675 h 5019675"/>
              <a:gd name="connsiteX1" fmla="*/ 5019675 w 5019675"/>
              <a:gd name="connsiteY1" fmla="*/ 0 h 5019675"/>
              <a:gd name="connsiteX2" fmla="*/ 5019675 w 5019675"/>
              <a:gd name="connsiteY2" fmla="*/ 5019675 h 5019675"/>
              <a:gd name="connsiteX3" fmla="*/ 0 w 5019675"/>
              <a:gd name="connsiteY3" fmla="*/ 5019675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5019675"/>
                </a:moveTo>
                <a:lnTo>
                  <a:pt x="5019675" y="0"/>
                </a:lnTo>
                <a:lnTo>
                  <a:pt x="5019675" y="5019675"/>
                </a:lnTo>
                <a:lnTo>
                  <a:pt x="0" y="5019675"/>
                </a:lnTo>
                <a:close/>
              </a:path>
            </a:pathLst>
          </a:custGeom>
        </p:spPr>
        <p:txBody>
          <a:bodyPr anchor="ctr"/>
          <a:lstStyle>
            <a:lvl1pPr marL="0" indent="0" algn="ctr">
              <a:buNone/>
              <a:defRPr sz="800" b="0" i="1">
                <a:solidFill>
                  <a:schemeClr val="tx1">
                    <a:lumMod val="50000"/>
                    <a:lumOff val="50000"/>
                  </a:schemeClr>
                </a:solidFill>
                <a:latin typeface="Arvo" panose="02000000000000000000" pitchFamily="2" charset="77"/>
              </a:defRPr>
            </a:lvl1pPr>
          </a:lstStyle>
          <a:p>
            <a:endParaRPr lang="fr-FR"/>
          </a:p>
        </p:txBody>
      </p:sp>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0" y="5491113"/>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996777"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1366886" y="197896"/>
            <a:ext cx="10105976" cy="625474"/>
          </a:xfrm>
          <a:prstGeom prst="rect">
            <a:avLst/>
          </a:prstGeom>
        </p:spPr>
        <p:txBody>
          <a:bodyPr/>
          <a:lstStyle>
            <a:lvl1pPr>
              <a:defRPr sz="4200" b="1" i="0">
                <a:solidFill>
                  <a:schemeClr val="bg1"/>
                </a:solidFill>
                <a:latin typeface="Arvo" panose="02000000000000000000" pitchFamily="2" charset="77"/>
              </a:defRPr>
            </a:lvl1pPr>
          </a:lstStyle>
          <a:p>
            <a:r>
              <a:rPr lang="fr-FR" dirty="0"/>
              <a:t>EDIT TITLE</a:t>
            </a:r>
          </a:p>
        </p:txBody>
      </p:sp>
    </p:spTree>
    <p:extLst>
      <p:ext uri="{BB962C8B-B14F-4D97-AF65-F5344CB8AC3E}">
        <p14:creationId xmlns:p14="http://schemas.microsoft.com/office/powerpoint/2010/main" val="19894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20" name="Parallélogramme 19">
            <a:extLst>
              <a:ext uri="{FF2B5EF4-FFF2-40B4-BE49-F238E27FC236}">
                <a16:creationId xmlns:a16="http://schemas.microsoft.com/office/drawing/2014/main" id="{AEE66913-08DE-8D44-A89D-21D8137347F7}"/>
              </a:ext>
            </a:extLst>
          </p:cNvPr>
          <p:cNvSpPr/>
          <p:nvPr userDrawn="1"/>
        </p:nvSpPr>
        <p:spPr>
          <a:xfrm>
            <a:off x="490538" y="0"/>
            <a:ext cx="10982324" cy="981075"/>
          </a:xfrm>
          <a:prstGeom prst="parallelogram">
            <a:avLst>
              <a:gd name="adj" fmla="val 99757"/>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endParaRPr lang="fr-FR" sz="4400" b="1">
              <a:solidFill>
                <a:srgbClr val="E10014"/>
              </a:solidFill>
              <a:latin typeface="Arvo" panose="02000000000000000000" pitchFamily="2" charset="77"/>
            </a:endParaRPr>
          </a:p>
        </p:txBody>
      </p:sp>
      <p:sp>
        <p:nvSpPr>
          <p:cNvPr id="15" name="Espace réservé pour une image  14">
            <a:extLst>
              <a:ext uri="{FF2B5EF4-FFF2-40B4-BE49-F238E27FC236}">
                <a16:creationId xmlns:a16="http://schemas.microsoft.com/office/drawing/2014/main" id="{47A9421E-71D3-0A42-A0F5-8A132D385A0F}"/>
              </a:ext>
            </a:extLst>
          </p:cNvPr>
          <p:cNvSpPr>
            <a:spLocks noGrp="1"/>
          </p:cNvSpPr>
          <p:nvPr>
            <p:ph type="pic" sz="quarter" idx="10"/>
          </p:nvPr>
        </p:nvSpPr>
        <p:spPr>
          <a:xfrm>
            <a:off x="7172325" y="1838325"/>
            <a:ext cx="5019675" cy="5019675"/>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5019675 h 5019675"/>
              <a:gd name="connsiteX1" fmla="*/ 5019675 w 5019675"/>
              <a:gd name="connsiteY1" fmla="*/ 0 h 5019675"/>
              <a:gd name="connsiteX2" fmla="*/ 5019675 w 5019675"/>
              <a:gd name="connsiteY2" fmla="*/ 5019675 h 5019675"/>
              <a:gd name="connsiteX3" fmla="*/ 0 w 5019675"/>
              <a:gd name="connsiteY3" fmla="*/ 5019675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5019675"/>
                </a:moveTo>
                <a:lnTo>
                  <a:pt x="5019675" y="0"/>
                </a:lnTo>
                <a:lnTo>
                  <a:pt x="5019675" y="5019675"/>
                </a:lnTo>
                <a:lnTo>
                  <a:pt x="0" y="5019675"/>
                </a:lnTo>
                <a:close/>
              </a:path>
            </a:pathLst>
          </a:custGeom>
        </p:spPr>
        <p:txBody>
          <a:bodyPr anchor="ctr"/>
          <a:lstStyle>
            <a:lvl1pPr marL="0" indent="0" algn="r">
              <a:buNone/>
              <a:defRPr sz="800" b="0" i="1">
                <a:solidFill>
                  <a:schemeClr val="tx1">
                    <a:lumMod val="50000"/>
                    <a:lumOff val="50000"/>
                  </a:schemeClr>
                </a:solidFill>
                <a:latin typeface="Arvo" panose="02000000000000000000" pitchFamily="2" charset="77"/>
              </a:defRPr>
            </a:lvl1pPr>
          </a:lstStyle>
          <a:p>
            <a:endParaRPr lang="fr-FR"/>
          </a:p>
        </p:txBody>
      </p:sp>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288233" y="5491113"/>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996777"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1366886" y="197896"/>
            <a:ext cx="10105976" cy="625474"/>
          </a:xfrm>
          <a:prstGeom prst="rect">
            <a:avLst/>
          </a:prstGeom>
        </p:spPr>
        <p:txBody>
          <a:bodyPr/>
          <a:lstStyle>
            <a:lvl1pPr>
              <a:defRPr sz="4200" b="1" i="0">
                <a:solidFill>
                  <a:schemeClr val="bg1"/>
                </a:solidFill>
                <a:latin typeface="Arvo" panose="02000000000000000000" pitchFamily="2" charset="77"/>
              </a:defRPr>
            </a:lvl1pPr>
          </a:lstStyle>
          <a:p>
            <a:r>
              <a:rPr lang="fr-FR" dirty="0"/>
              <a:t>EDIT TITLE</a:t>
            </a:r>
          </a:p>
        </p:txBody>
      </p:sp>
      <p:sp>
        <p:nvSpPr>
          <p:cNvPr id="3" name="Espace réservé pour une image  2">
            <a:extLst>
              <a:ext uri="{FF2B5EF4-FFF2-40B4-BE49-F238E27FC236}">
                <a16:creationId xmlns:a16="http://schemas.microsoft.com/office/drawing/2014/main" id="{21FA5AB7-B577-DE44-9101-64A5C16879D5}"/>
              </a:ext>
            </a:extLst>
          </p:cNvPr>
          <p:cNvSpPr>
            <a:spLocks noGrp="1"/>
          </p:cNvSpPr>
          <p:nvPr>
            <p:ph type="pic" sz="quarter" idx="11"/>
          </p:nvPr>
        </p:nvSpPr>
        <p:spPr>
          <a:xfrm>
            <a:off x="0" y="1265273"/>
            <a:ext cx="5592727" cy="5592727"/>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0 h 5019675"/>
              <a:gd name="connsiteX1" fmla="*/ 5019675 w 5019675"/>
              <a:gd name="connsiteY1" fmla="*/ 0 h 5019675"/>
              <a:gd name="connsiteX2" fmla="*/ 0 w 5019675"/>
              <a:gd name="connsiteY2" fmla="*/ 5019675 h 5019675"/>
              <a:gd name="connsiteX3" fmla="*/ 0 w 5019675"/>
              <a:gd name="connsiteY3" fmla="*/ 0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0"/>
                </a:moveTo>
                <a:lnTo>
                  <a:pt x="5019675" y="0"/>
                </a:lnTo>
                <a:lnTo>
                  <a:pt x="0" y="5019675"/>
                </a:lnTo>
                <a:lnTo>
                  <a:pt x="0" y="0"/>
                </a:lnTo>
                <a:close/>
              </a:path>
            </a:pathLst>
          </a:custGeom>
        </p:spPr>
        <p:txBody>
          <a:bodyPr/>
          <a:lstStyle>
            <a:lvl1pPr marL="0" indent="0">
              <a:buNone/>
              <a:defRPr sz="800" b="0" i="1">
                <a:solidFill>
                  <a:schemeClr val="tx1">
                    <a:lumMod val="50000"/>
                    <a:lumOff val="50000"/>
                  </a:schemeClr>
                </a:solidFill>
                <a:latin typeface="Arvo" panose="02000000000000000000" pitchFamily="2" charset="77"/>
              </a:defRPr>
            </a:lvl1pPr>
          </a:lstStyle>
          <a:p>
            <a:endParaRPr lang="fr-FR"/>
          </a:p>
        </p:txBody>
      </p:sp>
    </p:spTree>
    <p:extLst>
      <p:ext uri="{BB962C8B-B14F-4D97-AF65-F5344CB8AC3E}">
        <p14:creationId xmlns:p14="http://schemas.microsoft.com/office/powerpoint/2010/main" val="4163096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9" name="Parallélogramme 18">
            <a:extLst>
              <a:ext uri="{FF2B5EF4-FFF2-40B4-BE49-F238E27FC236}">
                <a16:creationId xmlns:a16="http://schemas.microsoft.com/office/drawing/2014/main" id="{55CC9A8B-89C8-CE4B-A953-804C508C48C1}"/>
              </a:ext>
            </a:extLst>
          </p:cNvPr>
          <p:cNvSpPr/>
          <p:nvPr userDrawn="1"/>
        </p:nvSpPr>
        <p:spPr>
          <a:xfrm>
            <a:off x="490538" y="0"/>
            <a:ext cx="10982324" cy="981075"/>
          </a:xfrm>
          <a:prstGeom prst="parallelogram">
            <a:avLst>
              <a:gd name="adj" fmla="val 99757"/>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endParaRPr lang="fr-FR" sz="4400" b="1">
              <a:solidFill>
                <a:srgbClr val="E10014"/>
              </a:solidFill>
              <a:latin typeface="Arvo" panose="02000000000000000000" pitchFamily="2" charset="77"/>
            </a:endParaRPr>
          </a:p>
        </p:txBody>
      </p:sp>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361739" y="5491113"/>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635038"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1366886" y="197896"/>
            <a:ext cx="10105976" cy="625474"/>
          </a:xfrm>
          <a:prstGeom prst="rect">
            <a:avLst/>
          </a:prstGeom>
        </p:spPr>
        <p:txBody>
          <a:bodyPr/>
          <a:lstStyle>
            <a:lvl1pPr>
              <a:defRPr sz="4200" b="1" i="0">
                <a:solidFill>
                  <a:schemeClr val="bg1"/>
                </a:solidFill>
                <a:latin typeface="Arvo" panose="02000000000000000000" pitchFamily="2" charset="77"/>
              </a:defRPr>
            </a:lvl1pPr>
          </a:lstStyle>
          <a:p>
            <a:r>
              <a:rPr lang="fr-FR" dirty="0"/>
              <a:t>EDIT TITLE</a:t>
            </a:r>
          </a:p>
        </p:txBody>
      </p:sp>
      <p:sp>
        <p:nvSpPr>
          <p:cNvPr id="26" name="Espace réservé pour une image  25">
            <a:extLst>
              <a:ext uri="{FF2B5EF4-FFF2-40B4-BE49-F238E27FC236}">
                <a16:creationId xmlns:a16="http://schemas.microsoft.com/office/drawing/2014/main" id="{1E17B20A-55A3-5347-886A-0D7704E886A6}"/>
              </a:ext>
            </a:extLst>
          </p:cNvPr>
          <p:cNvSpPr>
            <a:spLocks noGrp="1"/>
          </p:cNvSpPr>
          <p:nvPr>
            <p:ph type="pic" sz="quarter" idx="10"/>
          </p:nvPr>
        </p:nvSpPr>
        <p:spPr>
          <a:xfrm>
            <a:off x="10496550" y="0"/>
            <a:ext cx="1695450" cy="6858000"/>
          </a:xfrm>
          <a:custGeom>
            <a:avLst/>
            <a:gdLst>
              <a:gd name="connsiteX0" fmla="*/ 0 w 1695450"/>
              <a:gd name="connsiteY0" fmla="*/ 0 h 6858000"/>
              <a:gd name="connsiteX1" fmla="*/ 1695450 w 1695450"/>
              <a:gd name="connsiteY1" fmla="*/ 0 h 6858000"/>
              <a:gd name="connsiteX2" fmla="*/ 1695450 w 1695450"/>
              <a:gd name="connsiteY2" fmla="*/ 6858000 h 6858000"/>
              <a:gd name="connsiteX3" fmla="*/ 0 w 1695450"/>
              <a:gd name="connsiteY3" fmla="*/ 6858000 h 6858000"/>
              <a:gd name="connsiteX4" fmla="*/ 0 w 1695450"/>
              <a:gd name="connsiteY4" fmla="*/ 0 h 6858000"/>
              <a:gd name="connsiteX0" fmla="*/ 0 w 1695450"/>
              <a:gd name="connsiteY0" fmla="*/ 1698172 h 6858000"/>
              <a:gd name="connsiteX1" fmla="*/ 1695450 w 1695450"/>
              <a:gd name="connsiteY1" fmla="*/ 0 h 6858000"/>
              <a:gd name="connsiteX2" fmla="*/ 1695450 w 1695450"/>
              <a:gd name="connsiteY2" fmla="*/ 6858000 h 6858000"/>
              <a:gd name="connsiteX3" fmla="*/ 0 w 1695450"/>
              <a:gd name="connsiteY3" fmla="*/ 6858000 h 6858000"/>
              <a:gd name="connsiteX4" fmla="*/ 0 w 1695450"/>
              <a:gd name="connsiteY4" fmla="*/ 1698172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0" h="6858000">
                <a:moveTo>
                  <a:pt x="0" y="1698172"/>
                </a:moveTo>
                <a:lnTo>
                  <a:pt x="1695450" y="0"/>
                </a:lnTo>
                <a:lnTo>
                  <a:pt x="1695450" y="6858000"/>
                </a:lnTo>
                <a:lnTo>
                  <a:pt x="0" y="6858000"/>
                </a:lnTo>
                <a:lnTo>
                  <a:pt x="0" y="1698172"/>
                </a:lnTo>
                <a:close/>
              </a:path>
            </a:pathLst>
          </a:custGeom>
        </p:spPr>
        <p:txBody>
          <a:bodyPr anchor="ctr"/>
          <a:lstStyle>
            <a:lvl1pPr marL="0" indent="0" algn="ctr">
              <a:buNone/>
              <a:defRPr sz="1000" b="0" i="1">
                <a:solidFill>
                  <a:schemeClr val="tx1">
                    <a:lumMod val="50000"/>
                    <a:lumOff val="50000"/>
                  </a:schemeClr>
                </a:solidFill>
                <a:latin typeface="Arvo" panose="02000000000000000000" pitchFamily="2" charset="77"/>
              </a:defRPr>
            </a:lvl1pPr>
          </a:lstStyle>
          <a:p>
            <a:endParaRPr lang="fr-FR"/>
          </a:p>
        </p:txBody>
      </p:sp>
      <p:sp>
        <p:nvSpPr>
          <p:cNvPr id="28" name="Espace réservé pour une image  27">
            <a:extLst>
              <a:ext uri="{FF2B5EF4-FFF2-40B4-BE49-F238E27FC236}">
                <a16:creationId xmlns:a16="http://schemas.microsoft.com/office/drawing/2014/main" id="{D3F18A2B-7800-114F-9411-AE224FBF9C9F}"/>
              </a:ext>
            </a:extLst>
          </p:cNvPr>
          <p:cNvSpPr>
            <a:spLocks noGrp="1"/>
          </p:cNvSpPr>
          <p:nvPr>
            <p:ph type="pic" sz="quarter" idx="11"/>
          </p:nvPr>
        </p:nvSpPr>
        <p:spPr>
          <a:xfrm>
            <a:off x="8526463" y="1949450"/>
            <a:ext cx="1708150" cy="4908550"/>
          </a:xfrm>
          <a:custGeom>
            <a:avLst/>
            <a:gdLst>
              <a:gd name="connsiteX0" fmla="*/ 0 w 1708150"/>
              <a:gd name="connsiteY0" fmla="*/ 0 h 4908550"/>
              <a:gd name="connsiteX1" fmla="*/ 1708150 w 1708150"/>
              <a:gd name="connsiteY1" fmla="*/ 0 h 4908550"/>
              <a:gd name="connsiteX2" fmla="*/ 1708150 w 1708150"/>
              <a:gd name="connsiteY2" fmla="*/ 4908550 h 4908550"/>
              <a:gd name="connsiteX3" fmla="*/ 0 w 1708150"/>
              <a:gd name="connsiteY3" fmla="*/ 4908550 h 4908550"/>
              <a:gd name="connsiteX4" fmla="*/ 0 w 1708150"/>
              <a:gd name="connsiteY4" fmla="*/ 0 h 4908550"/>
              <a:gd name="connsiteX0" fmla="*/ 0 w 1708150"/>
              <a:gd name="connsiteY0" fmla="*/ 1718268 h 4908550"/>
              <a:gd name="connsiteX1" fmla="*/ 1708150 w 1708150"/>
              <a:gd name="connsiteY1" fmla="*/ 0 h 4908550"/>
              <a:gd name="connsiteX2" fmla="*/ 1708150 w 1708150"/>
              <a:gd name="connsiteY2" fmla="*/ 4908550 h 4908550"/>
              <a:gd name="connsiteX3" fmla="*/ 0 w 1708150"/>
              <a:gd name="connsiteY3" fmla="*/ 4908550 h 4908550"/>
              <a:gd name="connsiteX4" fmla="*/ 0 w 1708150"/>
              <a:gd name="connsiteY4" fmla="*/ 1718268 h 4908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8150" h="4908550">
                <a:moveTo>
                  <a:pt x="0" y="1718268"/>
                </a:moveTo>
                <a:lnTo>
                  <a:pt x="1708150" y="0"/>
                </a:lnTo>
                <a:lnTo>
                  <a:pt x="1708150" y="4908550"/>
                </a:lnTo>
                <a:lnTo>
                  <a:pt x="0" y="4908550"/>
                </a:lnTo>
                <a:lnTo>
                  <a:pt x="0" y="1718268"/>
                </a:lnTo>
                <a:close/>
              </a:path>
            </a:pathLst>
          </a:custGeom>
        </p:spPr>
        <p:txBody>
          <a:bodyPr anchor="ctr"/>
          <a:lstStyle>
            <a:lvl1pPr marL="0" indent="0" algn="ctr">
              <a:buNone/>
              <a:defRPr sz="1000" b="0" i="1">
                <a:solidFill>
                  <a:schemeClr val="tx1">
                    <a:lumMod val="50000"/>
                    <a:lumOff val="50000"/>
                  </a:schemeClr>
                </a:solidFill>
                <a:latin typeface="Arvo" panose="02000000000000000000" pitchFamily="2" charset="77"/>
              </a:defRPr>
            </a:lvl1pPr>
          </a:lstStyle>
          <a:p>
            <a:endParaRPr lang="fr-FR"/>
          </a:p>
        </p:txBody>
      </p:sp>
      <p:sp>
        <p:nvSpPr>
          <p:cNvPr id="30" name="Espace réservé pour une image  29">
            <a:extLst>
              <a:ext uri="{FF2B5EF4-FFF2-40B4-BE49-F238E27FC236}">
                <a16:creationId xmlns:a16="http://schemas.microsoft.com/office/drawing/2014/main" id="{CAA7FD2A-6077-FE45-A438-35A6FBE5F6EB}"/>
              </a:ext>
            </a:extLst>
          </p:cNvPr>
          <p:cNvSpPr>
            <a:spLocks noGrp="1"/>
          </p:cNvSpPr>
          <p:nvPr>
            <p:ph type="pic" sz="quarter" idx="12"/>
          </p:nvPr>
        </p:nvSpPr>
        <p:spPr>
          <a:xfrm>
            <a:off x="5325625" y="3919538"/>
            <a:ext cx="2940487" cy="2938462"/>
          </a:xfrm>
          <a:custGeom>
            <a:avLst/>
            <a:gdLst>
              <a:gd name="connsiteX0" fmla="*/ 0 w 2940487"/>
              <a:gd name="connsiteY0" fmla="*/ 0 h 2938462"/>
              <a:gd name="connsiteX1" fmla="*/ 2940487 w 2940487"/>
              <a:gd name="connsiteY1" fmla="*/ 0 h 2938462"/>
              <a:gd name="connsiteX2" fmla="*/ 2940487 w 2940487"/>
              <a:gd name="connsiteY2" fmla="*/ 2938462 h 2938462"/>
              <a:gd name="connsiteX3" fmla="*/ 0 w 2940487"/>
              <a:gd name="connsiteY3" fmla="*/ 2938462 h 2938462"/>
              <a:gd name="connsiteX4" fmla="*/ 0 w 2940487"/>
              <a:gd name="connsiteY4" fmla="*/ 0 h 2938462"/>
              <a:gd name="connsiteX0" fmla="*/ 0 w 2940487"/>
              <a:gd name="connsiteY0" fmla="*/ 2938462 h 2938462"/>
              <a:gd name="connsiteX1" fmla="*/ 2940487 w 2940487"/>
              <a:gd name="connsiteY1" fmla="*/ 0 h 2938462"/>
              <a:gd name="connsiteX2" fmla="*/ 2940487 w 2940487"/>
              <a:gd name="connsiteY2" fmla="*/ 2938462 h 2938462"/>
              <a:gd name="connsiteX3" fmla="*/ 0 w 2940487"/>
              <a:gd name="connsiteY3" fmla="*/ 2938462 h 2938462"/>
            </a:gdLst>
            <a:ahLst/>
            <a:cxnLst>
              <a:cxn ang="0">
                <a:pos x="connsiteX0" y="connsiteY0"/>
              </a:cxn>
              <a:cxn ang="0">
                <a:pos x="connsiteX1" y="connsiteY1"/>
              </a:cxn>
              <a:cxn ang="0">
                <a:pos x="connsiteX2" y="connsiteY2"/>
              </a:cxn>
              <a:cxn ang="0">
                <a:pos x="connsiteX3" y="connsiteY3"/>
              </a:cxn>
            </a:cxnLst>
            <a:rect l="l" t="t" r="r" b="b"/>
            <a:pathLst>
              <a:path w="2940487" h="2938462">
                <a:moveTo>
                  <a:pt x="0" y="2938462"/>
                </a:moveTo>
                <a:lnTo>
                  <a:pt x="2940487" y="0"/>
                </a:lnTo>
                <a:lnTo>
                  <a:pt x="2940487" y="2938462"/>
                </a:lnTo>
                <a:lnTo>
                  <a:pt x="0" y="2938462"/>
                </a:lnTo>
                <a:close/>
              </a:path>
            </a:pathLst>
          </a:custGeom>
        </p:spPr>
        <p:txBody>
          <a:bodyPr anchor="ctr"/>
          <a:lstStyle>
            <a:lvl1pPr marL="0" indent="0" algn="ctr">
              <a:buNone/>
              <a:defRPr sz="1000" b="0" i="1">
                <a:solidFill>
                  <a:schemeClr val="tx1">
                    <a:lumMod val="50000"/>
                    <a:lumOff val="50000"/>
                  </a:schemeClr>
                </a:solidFill>
                <a:latin typeface="Arvo" panose="02000000000000000000" pitchFamily="2" charset="77"/>
              </a:defRPr>
            </a:lvl1pPr>
          </a:lstStyle>
          <a:p>
            <a:endParaRPr lang="fr-FR"/>
          </a:p>
        </p:txBody>
      </p:sp>
      <p:sp>
        <p:nvSpPr>
          <p:cNvPr id="31" name="Espace réservé pour une image  2">
            <a:extLst>
              <a:ext uri="{FF2B5EF4-FFF2-40B4-BE49-F238E27FC236}">
                <a16:creationId xmlns:a16="http://schemas.microsoft.com/office/drawing/2014/main" id="{E04067F8-8AC2-7C45-8D37-7AC9C9E6CFDD}"/>
              </a:ext>
            </a:extLst>
          </p:cNvPr>
          <p:cNvSpPr>
            <a:spLocks noGrp="1"/>
          </p:cNvSpPr>
          <p:nvPr>
            <p:ph type="pic" sz="quarter" idx="13"/>
          </p:nvPr>
        </p:nvSpPr>
        <p:spPr>
          <a:xfrm>
            <a:off x="0" y="1265273"/>
            <a:ext cx="5592727" cy="5592727"/>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0 h 5019675"/>
              <a:gd name="connsiteX1" fmla="*/ 5019675 w 5019675"/>
              <a:gd name="connsiteY1" fmla="*/ 0 h 5019675"/>
              <a:gd name="connsiteX2" fmla="*/ 0 w 5019675"/>
              <a:gd name="connsiteY2" fmla="*/ 5019675 h 5019675"/>
              <a:gd name="connsiteX3" fmla="*/ 0 w 5019675"/>
              <a:gd name="connsiteY3" fmla="*/ 0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0"/>
                </a:moveTo>
                <a:lnTo>
                  <a:pt x="5019675" y="0"/>
                </a:lnTo>
                <a:lnTo>
                  <a:pt x="0" y="5019675"/>
                </a:lnTo>
                <a:lnTo>
                  <a:pt x="0" y="0"/>
                </a:lnTo>
                <a:close/>
              </a:path>
            </a:pathLst>
          </a:custGeom>
        </p:spPr>
        <p:txBody>
          <a:bodyPr/>
          <a:lstStyle>
            <a:lvl1pPr marL="0" indent="0" algn="ctr">
              <a:buNone/>
              <a:defRPr sz="1000" b="0" i="1">
                <a:solidFill>
                  <a:schemeClr val="tx1">
                    <a:lumMod val="50000"/>
                    <a:lumOff val="50000"/>
                  </a:schemeClr>
                </a:solidFill>
                <a:latin typeface="Arvo" panose="02000000000000000000" pitchFamily="2" charset="77"/>
              </a:defRPr>
            </a:lvl1pPr>
          </a:lstStyle>
          <a:p>
            <a:endParaRPr lang="fr-FR"/>
          </a:p>
        </p:txBody>
      </p:sp>
    </p:spTree>
    <p:extLst>
      <p:ext uri="{BB962C8B-B14F-4D97-AF65-F5344CB8AC3E}">
        <p14:creationId xmlns:p14="http://schemas.microsoft.com/office/powerpoint/2010/main" val="3922985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20" name="Parallélogramme 19">
            <a:extLst>
              <a:ext uri="{FF2B5EF4-FFF2-40B4-BE49-F238E27FC236}">
                <a16:creationId xmlns:a16="http://schemas.microsoft.com/office/drawing/2014/main" id="{6A3190D6-40D4-A449-B00B-EDFDAFCB4D42}"/>
              </a:ext>
            </a:extLst>
          </p:cNvPr>
          <p:cNvSpPr/>
          <p:nvPr userDrawn="1"/>
        </p:nvSpPr>
        <p:spPr>
          <a:xfrm>
            <a:off x="490538" y="0"/>
            <a:ext cx="10982324" cy="981075"/>
          </a:xfrm>
          <a:prstGeom prst="parallelogram">
            <a:avLst>
              <a:gd name="adj" fmla="val 99757"/>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endParaRPr lang="fr-FR" sz="4400" b="1">
              <a:solidFill>
                <a:srgbClr val="E10014"/>
              </a:solidFill>
              <a:latin typeface="Arvo" panose="02000000000000000000" pitchFamily="2" charset="77"/>
            </a:endParaRPr>
          </a:p>
        </p:txBody>
      </p:sp>
      <p:sp>
        <p:nvSpPr>
          <p:cNvPr id="8" name="Espace réservé pour une image  7">
            <a:extLst>
              <a:ext uri="{FF2B5EF4-FFF2-40B4-BE49-F238E27FC236}">
                <a16:creationId xmlns:a16="http://schemas.microsoft.com/office/drawing/2014/main" id="{B132B6EE-C8EE-D44A-8255-412DE3F29AD3}"/>
              </a:ext>
            </a:extLst>
          </p:cNvPr>
          <p:cNvSpPr>
            <a:spLocks noGrp="1"/>
          </p:cNvSpPr>
          <p:nvPr>
            <p:ph type="pic" sz="quarter" idx="13"/>
          </p:nvPr>
        </p:nvSpPr>
        <p:spPr>
          <a:xfrm>
            <a:off x="2208542" y="4394200"/>
            <a:ext cx="6557505" cy="2463800"/>
          </a:xfrm>
          <a:prstGeom prst="rect">
            <a:avLst/>
          </a:prstGeom>
        </p:spPr>
        <p:txBody>
          <a:bodyPr anchor="ctr"/>
          <a:lstStyle>
            <a:lvl1pPr algn="ctr">
              <a:defRPr sz="1400" b="0" i="1">
                <a:solidFill>
                  <a:schemeClr val="tx1">
                    <a:lumMod val="50000"/>
                    <a:lumOff val="50000"/>
                  </a:schemeClr>
                </a:solidFill>
                <a:latin typeface="Arvo" panose="02000000000000000000" pitchFamily="2" charset="77"/>
              </a:defRPr>
            </a:lvl1pPr>
          </a:lstStyle>
          <a:p>
            <a:endParaRPr lang="fr-FR"/>
          </a:p>
        </p:txBody>
      </p:sp>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0" y="3510303"/>
            <a:ext cx="723278" cy="723279"/>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9996777" y="0"/>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1366886" y="197896"/>
            <a:ext cx="10105976" cy="625474"/>
          </a:xfrm>
          <a:prstGeom prst="rect">
            <a:avLst/>
          </a:prstGeom>
        </p:spPr>
        <p:txBody>
          <a:bodyPr/>
          <a:lstStyle>
            <a:lvl1pPr>
              <a:defRPr sz="4200" b="1" i="0">
                <a:solidFill>
                  <a:schemeClr val="bg1"/>
                </a:solidFill>
                <a:latin typeface="Arvo" panose="02000000000000000000" pitchFamily="2" charset="77"/>
              </a:defRPr>
            </a:lvl1pPr>
          </a:lstStyle>
          <a:p>
            <a:r>
              <a:rPr lang="fr-FR" dirty="0"/>
              <a:t>EDIT TITLE</a:t>
            </a:r>
          </a:p>
        </p:txBody>
      </p:sp>
      <p:sp>
        <p:nvSpPr>
          <p:cNvPr id="5" name="Espace réservé pour une image  4">
            <a:extLst>
              <a:ext uri="{FF2B5EF4-FFF2-40B4-BE49-F238E27FC236}">
                <a16:creationId xmlns:a16="http://schemas.microsoft.com/office/drawing/2014/main" id="{4A735135-E39E-AB42-925D-F61F39E31B6A}"/>
              </a:ext>
            </a:extLst>
          </p:cNvPr>
          <p:cNvSpPr>
            <a:spLocks noGrp="1"/>
          </p:cNvSpPr>
          <p:nvPr>
            <p:ph type="pic" sz="quarter" idx="10"/>
          </p:nvPr>
        </p:nvSpPr>
        <p:spPr>
          <a:xfrm>
            <a:off x="0" y="4394200"/>
            <a:ext cx="4787900" cy="2463800"/>
          </a:xfrm>
          <a:custGeom>
            <a:avLst/>
            <a:gdLst>
              <a:gd name="connsiteX0" fmla="*/ 0 w 4787900"/>
              <a:gd name="connsiteY0" fmla="*/ 0 h 2463800"/>
              <a:gd name="connsiteX1" fmla="*/ 4787900 w 4787900"/>
              <a:gd name="connsiteY1" fmla="*/ 0 h 2463800"/>
              <a:gd name="connsiteX2" fmla="*/ 4787900 w 4787900"/>
              <a:gd name="connsiteY2" fmla="*/ 2463800 h 2463800"/>
              <a:gd name="connsiteX3" fmla="*/ 0 w 4787900"/>
              <a:gd name="connsiteY3" fmla="*/ 2463800 h 2463800"/>
              <a:gd name="connsiteX4" fmla="*/ 0 w 4787900"/>
              <a:gd name="connsiteY4" fmla="*/ 0 h 2463800"/>
              <a:gd name="connsiteX0" fmla="*/ 0 w 4787900"/>
              <a:gd name="connsiteY0" fmla="*/ 0 h 2463800"/>
              <a:gd name="connsiteX1" fmla="*/ 4787900 w 4787900"/>
              <a:gd name="connsiteY1" fmla="*/ 0 h 2463800"/>
              <a:gd name="connsiteX2" fmla="*/ 2315634 w 4787900"/>
              <a:gd name="connsiteY2" fmla="*/ 2463800 h 2463800"/>
              <a:gd name="connsiteX3" fmla="*/ 0 w 4787900"/>
              <a:gd name="connsiteY3" fmla="*/ 2463800 h 2463800"/>
              <a:gd name="connsiteX4" fmla="*/ 0 w 4787900"/>
              <a:gd name="connsiteY4" fmla="*/ 0 h 246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7900" h="2463800">
                <a:moveTo>
                  <a:pt x="0" y="0"/>
                </a:moveTo>
                <a:lnTo>
                  <a:pt x="4787900" y="0"/>
                </a:lnTo>
                <a:lnTo>
                  <a:pt x="2315634" y="2463800"/>
                </a:lnTo>
                <a:lnTo>
                  <a:pt x="0" y="2463800"/>
                </a:lnTo>
                <a:lnTo>
                  <a:pt x="0" y="0"/>
                </a:lnTo>
                <a:close/>
              </a:path>
            </a:pathLst>
          </a:custGeom>
        </p:spPr>
        <p:txBody>
          <a:bodyPr anchor="ctr"/>
          <a:lstStyle>
            <a:lvl1pPr algn="ctr">
              <a:defRPr sz="1400" b="0" i="1">
                <a:solidFill>
                  <a:schemeClr val="tx1">
                    <a:lumMod val="50000"/>
                    <a:lumOff val="50000"/>
                  </a:schemeClr>
                </a:solidFill>
                <a:latin typeface="Arvo" panose="02000000000000000000" pitchFamily="2" charset="77"/>
              </a:defRPr>
            </a:lvl1pPr>
          </a:lstStyle>
          <a:p>
            <a:endParaRPr lang="fr-FR"/>
          </a:p>
        </p:txBody>
      </p:sp>
      <p:sp>
        <p:nvSpPr>
          <p:cNvPr id="19" name="Espace réservé pour une image  4">
            <a:extLst>
              <a:ext uri="{FF2B5EF4-FFF2-40B4-BE49-F238E27FC236}">
                <a16:creationId xmlns:a16="http://schemas.microsoft.com/office/drawing/2014/main" id="{612202CE-2E8B-5A4C-AB0C-C26338EA93FB}"/>
              </a:ext>
            </a:extLst>
          </p:cNvPr>
          <p:cNvSpPr>
            <a:spLocks noGrp="1"/>
          </p:cNvSpPr>
          <p:nvPr>
            <p:ph type="pic" sz="quarter" idx="12"/>
          </p:nvPr>
        </p:nvSpPr>
        <p:spPr>
          <a:xfrm>
            <a:off x="6142567" y="4394200"/>
            <a:ext cx="6049433" cy="2463800"/>
          </a:xfrm>
          <a:custGeom>
            <a:avLst/>
            <a:gdLst>
              <a:gd name="connsiteX0" fmla="*/ 0 w 4787900"/>
              <a:gd name="connsiteY0" fmla="*/ 0 h 2463800"/>
              <a:gd name="connsiteX1" fmla="*/ 4787900 w 4787900"/>
              <a:gd name="connsiteY1" fmla="*/ 0 h 2463800"/>
              <a:gd name="connsiteX2" fmla="*/ 4787900 w 4787900"/>
              <a:gd name="connsiteY2" fmla="*/ 2463800 h 2463800"/>
              <a:gd name="connsiteX3" fmla="*/ 0 w 4787900"/>
              <a:gd name="connsiteY3" fmla="*/ 2463800 h 2463800"/>
              <a:gd name="connsiteX4" fmla="*/ 0 w 4787900"/>
              <a:gd name="connsiteY4" fmla="*/ 0 h 2463800"/>
              <a:gd name="connsiteX0" fmla="*/ 0 w 4787900"/>
              <a:gd name="connsiteY0" fmla="*/ 0 h 2463800"/>
              <a:gd name="connsiteX1" fmla="*/ 4787900 w 4787900"/>
              <a:gd name="connsiteY1" fmla="*/ 0 h 2463800"/>
              <a:gd name="connsiteX2" fmla="*/ 2315634 w 4787900"/>
              <a:gd name="connsiteY2" fmla="*/ 2463800 h 2463800"/>
              <a:gd name="connsiteX3" fmla="*/ 0 w 4787900"/>
              <a:gd name="connsiteY3" fmla="*/ 2463800 h 2463800"/>
              <a:gd name="connsiteX4" fmla="*/ 0 w 4787900"/>
              <a:gd name="connsiteY4" fmla="*/ 0 h 2463800"/>
              <a:gd name="connsiteX0" fmla="*/ 1210733 w 4787900"/>
              <a:gd name="connsiteY0" fmla="*/ 0 h 2463800"/>
              <a:gd name="connsiteX1" fmla="*/ 4787900 w 4787900"/>
              <a:gd name="connsiteY1" fmla="*/ 0 h 2463800"/>
              <a:gd name="connsiteX2" fmla="*/ 2315634 w 4787900"/>
              <a:gd name="connsiteY2" fmla="*/ 2463800 h 2463800"/>
              <a:gd name="connsiteX3" fmla="*/ 0 w 4787900"/>
              <a:gd name="connsiteY3" fmla="*/ 2463800 h 2463800"/>
              <a:gd name="connsiteX4" fmla="*/ 1210733 w 4787900"/>
              <a:gd name="connsiteY4" fmla="*/ 0 h 2463800"/>
              <a:gd name="connsiteX0" fmla="*/ 2463799 w 6040966"/>
              <a:gd name="connsiteY0" fmla="*/ 0 h 2463800"/>
              <a:gd name="connsiteX1" fmla="*/ 6040966 w 6040966"/>
              <a:gd name="connsiteY1" fmla="*/ 0 h 2463800"/>
              <a:gd name="connsiteX2" fmla="*/ 3568700 w 6040966"/>
              <a:gd name="connsiteY2" fmla="*/ 2463800 h 2463800"/>
              <a:gd name="connsiteX3" fmla="*/ 0 w 6040966"/>
              <a:gd name="connsiteY3" fmla="*/ 2455334 h 2463800"/>
              <a:gd name="connsiteX4" fmla="*/ 2463799 w 6040966"/>
              <a:gd name="connsiteY4" fmla="*/ 0 h 2463800"/>
              <a:gd name="connsiteX0" fmla="*/ 2472266 w 6049433"/>
              <a:gd name="connsiteY0" fmla="*/ 0 h 2463800"/>
              <a:gd name="connsiteX1" fmla="*/ 6049433 w 6049433"/>
              <a:gd name="connsiteY1" fmla="*/ 0 h 2463800"/>
              <a:gd name="connsiteX2" fmla="*/ 3577167 w 6049433"/>
              <a:gd name="connsiteY2" fmla="*/ 2463800 h 2463800"/>
              <a:gd name="connsiteX3" fmla="*/ 0 w 6049433"/>
              <a:gd name="connsiteY3" fmla="*/ 2463800 h 2463800"/>
              <a:gd name="connsiteX4" fmla="*/ 2472266 w 6049433"/>
              <a:gd name="connsiteY4" fmla="*/ 0 h 2463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9433" h="2463800">
                <a:moveTo>
                  <a:pt x="2472266" y="0"/>
                </a:moveTo>
                <a:lnTo>
                  <a:pt x="6049433" y="0"/>
                </a:lnTo>
                <a:lnTo>
                  <a:pt x="3577167" y="2463800"/>
                </a:lnTo>
                <a:lnTo>
                  <a:pt x="0" y="2463800"/>
                </a:lnTo>
                <a:lnTo>
                  <a:pt x="2472266" y="0"/>
                </a:lnTo>
                <a:close/>
              </a:path>
            </a:pathLst>
          </a:custGeom>
        </p:spPr>
        <p:txBody>
          <a:bodyPr anchor="ctr"/>
          <a:lstStyle>
            <a:lvl1pPr algn="ctr">
              <a:defRPr sz="1400" b="0" i="1">
                <a:solidFill>
                  <a:schemeClr val="tx1">
                    <a:lumMod val="50000"/>
                    <a:lumOff val="50000"/>
                  </a:schemeClr>
                </a:solidFill>
                <a:latin typeface="Arvo" panose="02000000000000000000" pitchFamily="2" charset="77"/>
              </a:defRPr>
            </a:lvl1pPr>
          </a:lstStyle>
          <a:p>
            <a:endParaRPr lang="fr-FR"/>
          </a:p>
        </p:txBody>
      </p:sp>
    </p:spTree>
    <p:extLst>
      <p:ext uri="{BB962C8B-B14F-4D97-AF65-F5344CB8AC3E}">
        <p14:creationId xmlns:p14="http://schemas.microsoft.com/office/powerpoint/2010/main" val="106752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5" name="Espace réservé pour une image  14">
            <a:extLst>
              <a:ext uri="{FF2B5EF4-FFF2-40B4-BE49-F238E27FC236}">
                <a16:creationId xmlns:a16="http://schemas.microsoft.com/office/drawing/2014/main" id="{47A9421E-71D3-0A42-A0F5-8A132D385A0F}"/>
              </a:ext>
            </a:extLst>
          </p:cNvPr>
          <p:cNvSpPr>
            <a:spLocks noGrp="1"/>
          </p:cNvSpPr>
          <p:nvPr>
            <p:ph type="pic" sz="quarter" idx="10"/>
          </p:nvPr>
        </p:nvSpPr>
        <p:spPr>
          <a:xfrm>
            <a:off x="7172325" y="1838325"/>
            <a:ext cx="5019675" cy="5019675"/>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5019675 h 5019675"/>
              <a:gd name="connsiteX1" fmla="*/ 5019675 w 5019675"/>
              <a:gd name="connsiteY1" fmla="*/ 0 h 5019675"/>
              <a:gd name="connsiteX2" fmla="*/ 5019675 w 5019675"/>
              <a:gd name="connsiteY2" fmla="*/ 5019675 h 5019675"/>
              <a:gd name="connsiteX3" fmla="*/ 0 w 5019675"/>
              <a:gd name="connsiteY3" fmla="*/ 5019675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5019675"/>
                </a:moveTo>
                <a:lnTo>
                  <a:pt x="5019675" y="0"/>
                </a:lnTo>
                <a:lnTo>
                  <a:pt x="5019675" y="5019675"/>
                </a:lnTo>
                <a:lnTo>
                  <a:pt x="0" y="5019675"/>
                </a:lnTo>
                <a:close/>
              </a:path>
            </a:pathLst>
          </a:custGeom>
        </p:spPr>
        <p:txBody>
          <a:bodyPr anchor="ctr"/>
          <a:lstStyle>
            <a:lvl1pPr marL="0" indent="0" algn="r">
              <a:buNone/>
              <a:defRPr sz="800" b="0" i="1">
                <a:solidFill>
                  <a:schemeClr val="tx1">
                    <a:lumMod val="50000"/>
                    <a:lumOff val="50000"/>
                  </a:schemeClr>
                </a:solidFill>
                <a:latin typeface="Arvo" panose="02000000000000000000" pitchFamily="2" charset="77"/>
              </a:defRPr>
            </a:lvl1pPr>
          </a:lstStyle>
          <a:p>
            <a:endParaRPr lang="fr-FR"/>
          </a:p>
        </p:txBody>
      </p:sp>
      <p:sp>
        <p:nvSpPr>
          <p:cNvPr id="7" name="Triangle rectangle 6">
            <a:extLst>
              <a:ext uri="{FF2B5EF4-FFF2-40B4-BE49-F238E27FC236}">
                <a16:creationId xmlns:a16="http://schemas.microsoft.com/office/drawing/2014/main" id="{9ADE3980-6312-D744-9D24-5247519DC81D}"/>
              </a:ext>
            </a:extLst>
          </p:cNvPr>
          <p:cNvSpPr/>
          <p:nvPr userDrawn="1"/>
        </p:nvSpPr>
        <p:spPr>
          <a:xfrm rot="5400000">
            <a:off x="0" y="0"/>
            <a:ext cx="981075" cy="9810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C696921F-DAAD-EE4D-B0B9-1CD45A2F6B0C}"/>
              </a:ext>
            </a:extLst>
          </p:cNvPr>
          <p:cNvCxnSpPr>
            <a:cxnSpLocks/>
          </p:cNvCxnSpPr>
          <p:nvPr userDrawn="1"/>
        </p:nvCxnSpPr>
        <p:spPr>
          <a:xfrm flipH="1">
            <a:off x="10825114" y="1341144"/>
            <a:ext cx="1366886" cy="1366887"/>
          </a:xfrm>
          <a:prstGeom prst="line">
            <a:avLst/>
          </a:prstGeom>
          <a:ln w="12700">
            <a:solidFill>
              <a:srgbClr val="E10014"/>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2E3AB97C-E560-8447-9E9D-84E491BC6557}"/>
              </a:ext>
            </a:extLst>
          </p:cNvPr>
          <p:cNvCxnSpPr>
            <a:cxnSpLocks/>
          </p:cNvCxnSpPr>
          <p:nvPr userDrawn="1"/>
        </p:nvCxnSpPr>
        <p:spPr>
          <a:xfrm flipH="1">
            <a:off x="0" y="4662776"/>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2005424" y="2556328"/>
            <a:ext cx="8181151" cy="1847623"/>
          </a:xfrm>
          <a:prstGeom prst="rect">
            <a:avLst/>
          </a:prstGeom>
        </p:spPr>
        <p:txBody>
          <a:bodyPr anchor="ctr"/>
          <a:lstStyle>
            <a:lvl1pPr algn="ctr">
              <a:lnSpc>
                <a:spcPts val="4400"/>
              </a:lnSpc>
              <a:defRPr sz="4200" b="1" i="0">
                <a:solidFill>
                  <a:schemeClr val="tx1"/>
                </a:solidFill>
                <a:latin typeface="Arvo" panose="02000000000000000000" pitchFamily="2" charset="77"/>
              </a:defRPr>
            </a:lvl1pPr>
          </a:lstStyle>
          <a:p>
            <a:r>
              <a:rPr lang="fr-FR" dirty="0"/>
              <a:t>EDIT TITLE</a:t>
            </a:r>
          </a:p>
        </p:txBody>
      </p:sp>
      <p:sp>
        <p:nvSpPr>
          <p:cNvPr id="3" name="Espace réservé pour une image  2">
            <a:extLst>
              <a:ext uri="{FF2B5EF4-FFF2-40B4-BE49-F238E27FC236}">
                <a16:creationId xmlns:a16="http://schemas.microsoft.com/office/drawing/2014/main" id="{21FA5AB7-B577-DE44-9101-64A5C16879D5}"/>
              </a:ext>
            </a:extLst>
          </p:cNvPr>
          <p:cNvSpPr>
            <a:spLocks noGrp="1"/>
          </p:cNvSpPr>
          <p:nvPr>
            <p:ph type="pic" sz="quarter" idx="11"/>
          </p:nvPr>
        </p:nvSpPr>
        <p:spPr>
          <a:xfrm>
            <a:off x="0" y="0"/>
            <a:ext cx="5019675" cy="5019675"/>
          </a:xfrm>
          <a:custGeom>
            <a:avLst/>
            <a:gdLst>
              <a:gd name="connsiteX0" fmla="*/ 0 w 5019675"/>
              <a:gd name="connsiteY0" fmla="*/ 0 h 5019675"/>
              <a:gd name="connsiteX1" fmla="*/ 5019675 w 5019675"/>
              <a:gd name="connsiteY1" fmla="*/ 0 h 5019675"/>
              <a:gd name="connsiteX2" fmla="*/ 5019675 w 5019675"/>
              <a:gd name="connsiteY2" fmla="*/ 5019675 h 5019675"/>
              <a:gd name="connsiteX3" fmla="*/ 0 w 5019675"/>
              <a:gd name="connsiteY3" fmla="*/ 5019675 h 5019675"/>
              <a:gd name="connsiteX4" fmla="*/ 0 w 5019675"/>
              <a:gd name="connsiteY4" fmla="*/ 0 h 5019675"/>
              <a:gd name="connsiteX0" fmla="*/ 0 w 5019675"/>
              <a:gd name="connsiteY0" fmla="*/ 0 h 5019675"/>
              <a:gd name="connsiteX1" fmla="*/ 5019675 w 5019675"/>
              <a:gd name="connsiteY1" fmla="*/ 0 h 5019675"/>
              <a:gd name="connsiteX2" fmla="*/ 0 w 5019675"/>
              <a:gd name="connsiteY2" fmla="*/ 5019675 h 5019675"/>
              <a:gd name="connsiteX3" fmla="*/ 0 w 5019675"/>
              <a:gd name="connsiteY3" fmla="*/ 0 h 5019675"/>
            </a:gdLst>
            <a:ahLst/>
            <a:cxnLst>
              <a:cxn ang="0">
                <a:pos x="connsiteX0" y="connsiteY0"/>
              </a:cxn>
              <a:cxn ang="0">
                <a:pos x="connsiteX1" y="connsiteY1"/>
              </a:cxn>
              <a:cxn ang="0">
                <a:pos x="connsiteX2" y="connsiteY2"/>
              </a:cxn>
              <a:cxn ang="0">
                <a:pos x="connsiteX3" y="connsiteY3"/>
              </a:cxn>
            </a:cxnLst>
            <a:rect l="l" t="t" r="r" b="b"/>
            <a:pathLst>
              <a:path w="5019675" h="5019675">
                <a:moveTo>
                  <a:pt x="0" y="0"/>
                </a:moveTo>
                <a:lnTo>
                  <a:pt x="5019675" y="0"/>
                </a:lnTo>
                <a:lnTo>
                  <a:pt x="0" y="5019675"/>
                </a:lnTo>
                <a:lnTo>
                  <a:pt x="0" y="0"/>
                </a:lnTo>
                <a:close/>
              </a:path>
            </a:pathLst>
          </a:custGeom>
        </p:spPr>
        <p:txBody>
          <a:bodyPr/>
          <a:lstStyle>
            <a:lvl1pPr marL="0" indent="0">
              <a:buNone/>
              <a:defRPr sz="800" b="0" i="1">
                <a:solidFill>
                  <a:schemeClr val="tx1">
                    <a:lumMod val="50000"/>
                    <a:lumOff val="50000"/>
                  </a:schemeClr>
                </a:solidFill>
                <a:latin typeface="Arvo" panose="02000000000000000000" pitchFamily="2" charset="77"/>
              </a:defRPr>
            </a:lvl1pPr>
          </a:lstStyle>
          <a:p>
            <a:endParaRPr lang="fr-FR"/>
          </a:p>
        </p:txBody>
      </p:sp>
    </p:spTree>
    <p:extLst>
      <p:ext uri="{BB962C8B-B14F-4D97-AF65-F5344CB8AC3E}">
        <p14:creationId xmlns:p14="http://schemas.microsoft.com/office/powerpoint/2010/main" val="363614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BBA4-5EE3-F141-85F3-6505A1FB56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ECBAB76-1BD3-FCE3-2739-0FB5CE5312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EB3BE4F-13BD-46E9-FFCA-B3DDA37018A0}"/>
              </a:ext>
            </a:extLst>
          </p:cNvPr>
          <p:cNvSpPr>
            <a:spLocks noGrp="1"/>
          </p:cNvSpPr>
          <p:nvPr>
            <p:ph type="dt" sz="half" idx="10"/>
          </p:nvPr>
        </p:nvSpPr>
        <p:spPr/>
        <p:txBody>
          <a:bodyPr/>
          <a:lstStyle/>
          <a:p>
            <a:fld id="{346AE8F0-C433-4BD3-85C9-FEBE27F2BFE9}" type="datetimeFigureOut">
              <a:rPr lang="en-GB" smtClean="0"/>
              <a:t>03/04/2025</a:t>
            </a:fld>
            <a:endParaRPr lang="en-GB"/>
          </a:p>
        </p:txBody>
      </p:sp>
      <p:sp>
        <p:nvSpPr>
          <p:cNvPr id="5" name="Footer Placeholder 4">
            <a:extLst>
              <a:ext uri="{FF2B5EF4-FFF2-40B4-BE49-F238E27FC236}">
                <a16:creationId xmlns:a16="http://schemas.microsoft.com/office/drawing/2014/main" id="{AB545A5E-6629-A45A-1325-AA5D76D004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2ADF3A-DCFD-006C-61B8-5054FEFFB70E}"/>
              </a:ext>
            </a:extLst>
          </p:cNvPr>
          <p:cNvSpPr>
            <a:spLocks noGrp="1"/>
          </p:cNvSpPr>
          <p:nvPr>
            <p:ph type="sldNum" sz="quarter" idx="12"/>
          </p:nvPr>
        </p:nvSpPr>
        <p:spPr/>
        <p:txBody>
          <a:bodyPr/>
          <a:lstStyle/>
          <a:p>
            <a:fld id="{71B3E3B2-FAF4-44CF-AB60-E91FFCF55368}" type="slidenum">
              <a:rPr lang="en-GB" smtClean="0"/>
              <a:t>‹#›</a:t>
            </a:fld>
            <a:endParaRPr lang="en-GB"/>
          </a:p>
        </p:txBody>
      </p:sp>
    </p:spTree>
    <p:extLst>
      <p:ext uri="{BB962C8B-B14F-4D97-AF65-F5344CB8AC3E}">
        <p14:creationId xmlns:p14="http://schemas.microsoft.com/office/powerpoint/2010/main" val="121640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1_Diapositive de titre">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79EA4FD9-D2A7-FE39-8774-014A9B3FD03E}"/>
              </a:ext>
            </a:extLst>
          </p:cNvPr>
          <p:cNvSpPr>
            <a:spLocks noGrp="1"/>
          </p:cNvSpPr>
          <p:nvPr>
            <p:ph type="body" sz="quarter" idx="10" hasCustomPrompt="1"/>
          </p:nvPr>
        </p:nvSpPr>
        <p:spPr>
          <a:xfrm>
            <a:off x="352468" y="339976"/>
            <a:ext cx="11487064" cy="498597"/>
          </a:xfrm>
          <a:prstGeom prst="rect">
            <a:avLst/>
          </a:prstGeom>
        </p:spPr>
        <p:txBody>
          <a:bodyPr lIns="0" tIns="0" rIns="0" bIns="0"/>
          <a:lstStyle>
            <a:lvl1pPr marL="0" indent="0">
              <a:buNone/>
              <a:defRPr lang="fr-FR" sz="3600" b="1" kern="0" spc="-100" dirty="0" smtClean="0">
                <a:solidFill>
                  <a:srgbClr val="E10014"/>
                </a:solidFill>
                <a:latin typeface="Metropolis"/>
                <a:ea typeface="+mn-ea"/>
                <a:cs typeface="+mn-cs"/>
              </a:defRPr>
            </a:lvl1pPr>
          </a:lstStyle>
          <a:p>
            <a:pPr lvl="0"/>
            <a:r>
              <a:rPr lang="fr-FR"/>
              <a:t>SLIDE TITLE</a:t>
            </a:r>
          </a:p>
        </p:txBody>
      </p:sp>
      <p:sp>
        <p:nvSpPr>
          <p:cNvPr id="9" name="Triangle rectangle 8">
            <a:extLst>
              <a:ext uri="{FF2B5EF4-FFF2-40B4-BE49-F238E27FC236}">
                <a16:creationId xmlns:a16="http://schemas.microsoft.com/office/drawing/2014/main" id="{6F2D5704-1952-584F-923E-E656E46DEF49}"/>
              </a:ext>
            </a:extLst>
          </p:cNvPr>
          <p:cNvSpPr/>
          <p:nvPr/>
        </p:nvSpPr>
        <p:spPr>
          <a:xfrm rot="16200000">
            <a:off x="10496551" y="5169322"/>
            <a:ext cx="1695449" cy="1695449"/>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descr="Une image contenant texte, clipart&#10;&#10;Description générée automatiquement">
            <a:extLst>
              <a:ext uri="{FF2B5EF4-FFF2-40B4-BE49-F238E27FC236}">
                <a16:creationId xmlns:a16="http://schemas.microsoft.com/office/drawing/2014/main" id="{6591CE64-434D-F043-9947-61E84FDCA8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97244" y="6316494"/>
            <a:ext cx="879976" cy="421048"/>
          </a:xfrm>
          <a:prstGeom prst="rect">
            <a:avLst/>
          </a:prstGeom>
        </p:spPr>
      </p:pic>
    </p:spTree>
    <p:extLst>
      <p:ext uri="{BB962C8B-B14F-4D97-AF65-F5344CB8AC3E}">
        <p14:creationId xmlns:p14="http://schemas.microsoft.com/office/powerpoint/2010/main" val="3517624696"/>
      </p:ext>
    </p:extLst>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INTERLAYER">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3EACCDB-26CC-A047-8500-119664D56728}"/>
              </a:ext>
            </a:extLst>
          </p:cNvPr>
          <p:cNvSpPr>
            <a:spLocks noGrp="1"/>
          </p:cNvSpPr>
          <p:nvPr>
            <p:ph type="title" hasCustomPrompt="1"/>
          </p:nvPr>
        </p:nvSpPr>
        <p:spPr>
          <a:xfrm>
            <a:off x="429991" y="429989"/>
            <a:ext cx="11332020" cy="2999012"/>
          </a:xfrm>
          <a:prstGeom prst="rect">
            <a:avLst/>
          </a:prstGeom>
        </p:spPr>
        <p:txBody>
          <a:bodyPr anchor="b"/>
          <a:lstStyle>
            <a:lvl1pPr algn="ctr">
              <a:lnSpc>
                <a:spcPts val="4400"/>
              </a:lnSpc>
              <a:defRPr sz="6600" b="1" i="1">
                <a:solidFill>
                  <a:srgbClr val="E10014"/>
                </a:solidFill>
                <a:latin typeface="Metropolis Black" pitchFamily="2" charset="77"/>
              </a:defRPr>
            </a:lvl1pPr>
          </a:lstStyle>
          <a:p>
            <a:r>
              <a:rPr lang="fr-FR"/>
              <a:t>EDIT INTERLAYER</a:t>
            </a:r>
          </a:p>
        </p:txBody>
      </p:sp>
      <p:pic>
        <p:nvPicPr>
          <p:cNvPr id="8" name="Image 7">
            <a:extLst>
              <a:ext uri="{FF2B5EF4-FFF2-40B4-BE49-F238E27FC236}">
                <a16:creationId xmlns:a16="http://schemas.microsoft.com/office/drawing/2014/main" id="{E39025D4-8BCA-5AE0-E080-C95A585D117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66324" y="5797633"/>
            <a:ext cx="1859350" cy="630378"/>
          </a:xfrm>
          <a:prstGeom prst="rect">
            <a:avLst/>
          </a:prstGeom>
        </p:spPr>
      </p:pic>
    </p:spTree>
    <p:extLst>
      <p:ext uri="{BB962C8B-B14F-4D97-AF65-F5344CB8AC3E}">
        <p14:creationId xmlns:p14="http://schemas.microsoft.com/office/powerpoint/2010/main" val="3914198950"/>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1ECAA5C0-3014-F441-94D5-F9B3DD7FBAA8}"/>
              </a:ext>
            </a:extLst>
          </p:cNvPr>
          <p:cNvGrpSpPr/>
          <p:nvPr userDrawn="1"/>
        </p:nvGrpSpPr>
        <p:grpSpPr>
          <a:xfrm>
            <a:off x="10496551" y="5162549"/>
            <a:ext cx="1695449" cy="1695449"/>
            <a:chOff x="10496551" y="5162549"/>
            <a:chExt cx="1695449" cy="1695449"/>
          </a:xfrm>
        </p:grpSpPr>
        <p:sp>
          <p:nvSpPr>
            <p:cNvPr id="3" name="Triangle rectangle 2">
              <a:extLst>
                <a:ext uri="{FF2B5EF4-FFF2-40B4-BE49-F238E27FC236}">
                  <a16:creationId xmlns:a16="http://schemas.microsoft.com/office/drawing/2014/main" id="{315827CE-AA12-D04C-A5BE-3CEFE8AB36E8}"/>
                </a:ext>
              </a:extLst>
            </p:cNvPr>
            <p:cNvSpPr/>
            <p:nvPr userDrawn="1"/>
          </p:nvSpPr>
          <p:spPr>
            <a:xfrm rot="16200000">
              <a:off x="10496551" y="5162549"/>
              <a:ext cx="1695449" cy="1695449"/>
            </a:xfrm>
            <a:prstGeom prst="rtTriangle">
              <a:avLst/>
            </a:prstGeom>
            <a:solidFill>
              <a:srgbClr val="E100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4" name="Image 3">
              <a:extLst>
                <a:ext uri="{FF2B5EF4-FFF2-40B4-BE49-F238E27FC236}">
                  <a16:creationId xmlns:a16="http://schemas.microsoft.com/office/drawing/2014/main" id="{EEE73A6C-1ED4-B646-8EE4-35336AB213C8}"/>
                </a:ext>
              </a:extLst>
            </p:cNvPr>
            <p:cNvPicPr>
              <a:picLocks noChangeAspect="1"/>
            </p:cNvPicPr>
            <p:nvPr userDrawn="1"/>
          </p:nvPicPr>
          <p:blipFill>
            <a:blip r:embed="rId13"/>
            <a:stretch>
              <a:fillRect/>
            </a:stretch>
          </p:blipFill>
          <p:spPr>
            <a:xfrm>
              <a:off x="11240016" y="6337282"/>
              <a:ext cx="828000" cy="396732"/>
            </a:xfrm>
            <a:prstGeom prst="rect">
              <a:avLst/>
            </a:prstGeom>
          </p:spPr>
        </p:pic>
      </p:grpSp>
    </p:spTree>
    <p:extLst>
      <p:ext uri="{BB962C8B-B14F-4D97-AF65-F5344CB8AC3E}">
        <p14:creationId xmlns:p14="http://schemas.microsoft.com/office/powerpoint/2010/main" val="576556202"/>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0" r:id="rId4"/>
    <p:sldLayoutId id="2147483651" r:id="rId5"/>
    <p:sldLayoutId id="2147483656" r:id="rId6"/>
    <p:sldLayoutId id="2147483658" r:id="rId7"/>
    <p:sldLayoutId id="2147483653"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4F2_4DECDB85.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5C_A1EF1E38.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microsoft.com/office/2018/10/relationships/comments" Target="../comments/modernComment_7FFE5B3A_476D80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4BA_9DBB8F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7FFE5B2D_D4D6F9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E5B19_99D64325.xml"/><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7FFE5B21_46C22B80.xm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E5B3B_2B0D924F.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E5B2A_353630ED.xml"/><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7FFE5B36_30952DE6.xml"/><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E5B3D_DDE08CD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7FFE5B38_80DAFD13.xml"/><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E5B3E_F6DB53C0.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E5B2F_9D758C01.xml"/><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E5B40_2B49CBD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E5B33_9A8FD530.xml"/><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7FFE5B41_A0ED6A02.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AC52417-96A5-57E5-7183-249BB1DAA0E2}"/>
              </a:ext>
            </a:extLst>
          </p:cNvPr>
          <p:cNvSpPr/>
          <p:nvPr/>
        </p:nvSpPr>
        <p:spPr>
          <a:xfrm>
            <a:off x="0" y="258104"/>
            <a:ext cx="10412721" cy="6877050"/>
          </a:xfrm>
          <a:custGeom>
            <a:avLst/>
            <a:gdLst>
              <a:gd name="connsiteX0" fmla="*/ 0 w 6056415"/>
              <a:gd name="connsiteY0" fmla="*/ 0 h 6858000"/>
              <a:gd name="connsiteX1" fmla="*/ 6056415 w 6056415"/>
              <a:gd name="connsiteY1" fmla="*/ 0 h 6858000"/>
              <a:gd name="connsiteX2" fmla="*/ 6056415 w 6056415"/>
              <a:gd name="connsiteY2" fmla="*/ 6858000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1401287 w 6056415"/>
              <a:gd name="connsiteY2" fmla="*/ 6846125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1425037 w 6056415"/>
              <a:gd name="connsiteY2" fmla="*/ 6858000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592280 w 6056415"/>
              <a:gd name="connsiteY2" fmla="*/ 6858000 h 6858000"/>
              <a:gd name="connsiteX3" fmla="*/ 0 w 6056415"/>
              <a:gd name="connsiteY3" fmla="*/ 6858000 h 6858000"/>
              <a:gd name="connsiteX4" fmla="*/ 0 w 6056415"/>
              <a:gd name="connsiteY4" fmla="*/ 0 h 6858000"/>
              <a:gd name="connsiteX0" fmla="*/ 23706 w 6080121"/>
              <a:gd name="connsiteY0" fmla="*/ 8467 h 6866467"/>
              <a:gd name="connsiteX1" fmla="*/ 0 w 6080121"/>
              <a:gd name="connsiteY1" fmla="*/ 0 h 6866467"/>
              <a:gd name="connsiteX2" fmla="*/ 6080121 w 6080121"/>
              <a:gd name="connsiteY2" fmla="*/ 8467 h 6866467"/>
              <a:gd name="connsiteX3" fmla="*/ 615986 w 6080121"/>
              <a:gd name="connsiteY3" fmla="*/ 6866467 h 6866467"/>
              <a:gd name="connsiteX4" fmla="*/ 23706 w 6080121"/>
              <a:gd name="connsiteY4" fmla="*/ 6866467 h 6866467"/>
              <a:gd name="connsiteX5" fmla="*/ 23706 w 6080121"/>
              <a:gd name="connsiteY5" fmla="*/ 8467 h 6866467"/>
              <a:gd name="connsiteX0" fmla="*/ 16959 w 6080121"/>
              <a:gd name="connsiteY0" fmla="*/ 1176867 h 6866467"/>
              <a:gd name="connsiteX1" fmla="*/ 0 w 6080121"/>
              <a:gd name="connsiteY1" fmla="*/ 0 h 6866467"/>
              <a:gd name="connsiteX2" fmla="*/ 6080121 w 6080121"/>
              <a:gd name="connsiteY2" fmla="*/ 8467 h 6866467"/>
              <a:gd name="connsiteX3" fmla="*/ 615986 w 6080121"/>
              <a:gd name="connsiteY3" fmla="*/ 6866467 h 6866467"/>
              <a:gd name="connsiteX4" fmla="*/ 23706 w 6080121"/>
              <a:gd name="connsiteY4" fmla="*/ 6866467 h 6866467"/>
              <a:gd name="connsiteX5" fmla="*/ 16959 w 6080121"/>
              <a:gd name="connsiteY5" fmla="*/ 1176867 h 6866467"/>
              <a:gd name="connsiteX0" fmla="*/ 0 w 6063162"/>
              <a:gd name="connsiteY0" fmla="*/ 1168400 h 6858000"/>
              <a:gd name="connsiteX1" fmla="*/ 1028938 w 6063162"/>
              <a:gd name="connsiteY1" fmla="*/ 0 h 6858000"/>
              <a:gd name="connsiteX2" fmla="*/ 6063162 w 6063162"/>
              <a:gd name="connsiteY2" fmla="*/ 0 h 6858000"/>
              <a:gd name="connsiteX3" fmla="*/ 599027 w 6063162"/>
              <a:gd name="connsiteY3" fmla="*/ 6858000 h 6858000"/>
              <a:gd name="connsiteX4" fmla="*/ 6747 w 6063162"/>
              <a:gd name="connsiteY4" fmla="*/ 6858000 h 6858000"/>
              <a:gd name="connsiteX5" fmla="*/ 0 w 6063162"/>
              <a:gd name="connsiteY5" fmla="*/ 1168400 h 6858000"/>
              <a:gd name="connsiteX0" fmla="*/ 1 w 6056415"/>
              <a:gd name="connsiteY0" fmla="*/ 1227667 h 6858000"/>
              <a:gd name="connsiteX1" fmla="*/ 1022191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1227667 h 6858000"/>
              <a:gd name="connsiteX0" fmla="*/ 1 w 6056415"/>
              <a:gd name="connsiteY0" fmla="*/ 2546951 h 6858000"/>
              <a:gd name="connsiteX1" fmla="*/ 1022191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2546951 h 6858000"/>
              <a:gd name="connsiteX0" fmla="*/ 1 w 6056415"/>
              <a:gd name="connsiteY0" fmla="*/ 2546951 h 6858000"/>
              <a:gd name="connsiteX1" fmla="*/ 2015617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2546951 h 6858000"/>
              <a:gd name="connsiteX0" fmla="*/ 1 w 6056415"/>
              <a:gd name="connsiteY0" fmla="*/ 2546951 h 6877050"/>
              <a:gd name="connsiteX1" fmla="*/ 2015617 w 6056415"/>
              <a:gd name="connsiteY1" fmla="*/ 0 h 6877050"/>
              <a:gd name="connsiteX2" fmla="*/ 6056415 w 6056415"/>
              <a:gd name="connsiteY2" fmla="*/ 0 h 6877050"/>
              <a:gd name="connsiteX3" fmla="*/ 2061281 w 6056415"/>
              <a:gd name="connsiteY3" fmla="*/ 6877050 h 6877050"/>
              <a:gd name="connsiteX4" fmla="*/ 0 w 6056415"/>
              <a:gd name="connsiteY4" fmla="*/ 6858000 h 6877050"/>
              <a:gd name="connsiteX5" fmla="*/ 1 w 6056415"/>
              <a:gd name="connsiteY5" fmla="*/ 2546951 h 6877050"/>
              <a:gd name="connsiteX0" fmla="*/ 1 w 6056415"/>
              <a:gd name="connsiteY0" fmla="*/ 2546951 h 6867525"/>
              <a:gd name="connsiteX1" fmla="*/ 2015617 w 6056415"/>
              <a:gd name="connsiteY1" fmla="*/ 0 h 6867525"/>
              <a:gd name="connsiteX2" fmla="*/ 6056415 w 6056415"/>
              <a:gd name="connsiteY2" fmla="*/ 0 h 6867525"/>
              <a:gd name="connsiteX3" fmla="*/ 2061281 w 6056415"/>
              <a:gd name="connsiteY3" fmla="*/ 6867525 h 6867525"/>
              <a:gd name="connsiteX4" fmla="*/ 0 w 6056415"/>
              <a:gd name="connsiteY4" fmla="*/ 6858000 h 6867525"/>
              <a:gd name="connsiteX5" fmla="*/ 1 w 6056415"/>
              <a:gd name="connsiteY5" fmla="*/ 2546951 h 6867525"/>
              <a:gd name="connsiteX0" fmla="*/ 1 w 6056415"/>
              <a:gd name="connsiteY0" fmla="*/ 2546951 h 6867525"/>
              <a:gd name="connsiteX1" fmla="*/ 2015617 w 6056415"/>
              <a:gd name="connsiteY1" fmla="*/ 0 h 6867525"/>
              <a:gd name="connsiteX2" fmla="*/ 6056415 w 6056415"/>
              <a:gd name="connsiteY2" fmla="*/ 0 h 6867525"/>
              <a:gd name="connsiteX3" fmla="*/ 2066825 w 6056415"/>
              <a:gd name="connsiteY3" fmla="*/ 6867525 h 6867525"/>
              <a:gd name="connsiteX4" fmla="*/ 0 w 6056415"/>
              <a:gd name="connsiteY4" fmla="*/ 6858000 h 6867525"/>
              <a:gd name="connsiteX5" fmla="*/ 1 w 6056415"/>
              <a:gd name="connsiteY5" fmla="*/ 2546951 h 6867525"/>
              <a:gd name="connsiteX0" fmla="*/ 1 w 6056415"/>
              <a:gd name="connsiteY0" fmla="*/ 2546951 h 6867525"/>
              <a:gd name="connsiteX1" fmla="*/ 3102124 w 6056415"/>
              <a:gd name="connsiteY1" fmla="*/ 0 h 6867525"/>
              <a:gd name="connsiteX2" fmla="*/ 6056415 w 6056415"/>
              <a:gd name="connsiteY2" fmla="*/ 0 h 6867525"/>
              <a:gd name="connsiteX3" fmla="*/ 2066825 w 6056415"/>
              <a:gd name="connsiteY3" fmla="*/ 6867525 h 6867525"/>
              <a:gd name="connsiteX4" fmla="*/ 0 w 6056415"/>
              <a:gd name="connsiteY4" fmla="*/ 6858000 h 6867525"/>
              <a:gd name="connsiteX5" fmla="*/ 1 w 6056415"/>
              <a:gd name="connsiteY5" fmla="*/ 2546951 h 6867525"/>
              <a:gd name="connsiteX0" fmla="*/ 0 w 6061957"/>
              <a:gd name="connsiteY0" fmla="*/ 5347301 h 6867525"/>
              <a:gd name="connsiteX1" fmla="*/ 3107666 w 6061957"/>
              <a:gd name="connsiteY1" fmla="*/ 0 h 6867525"/>
              <a:gd name="connsiteX2" fmla="*/ 6061957 w 6061957"/>
              <a:gd name="connsiteY2" fmla="*/ 0 h 6867525"/>
              <a:gd name="connsiteX3" fmla="*/ 2072367 w 6061957"/>
              <a:gd name="connsiteY3" fmla="*/ 6867525 h 6867525"/>
              <a:gd name="connsiteX4" fmla="*/ 5542 w 6061957"/>
              <a:gd name="connsiteY4" fmla="*/ 6858000 h 6867525"/>
              <a:gd name="connsiteX5" fmla="*/ 0 w 6061957"/>
              <a:gd name="connsiteY5" fmla="*/ 5347301 h 6867525"/>
              <a:gd name="connsiteX0" fmla="*/ 0 w 6061957"/>
              <a:gd name="connsiteY0" fmla="*/ 5356826 h 6877050"/>
              <a:gd name="connsiteX1" fmla="*/ 2298330 w 6061957"/>
              <a:gd name="connsiteY1" fmla="*/ 0 h 6877050"/>
              <a:gd name="connsiteX2" fmla="*/ 6061957 w 6061957"/>
              <a:gd name="connsiteY2" fmla="*/ 9525 h 6877050"/>
              <a:gd name="connsiteX3" fmla="*/ 2072367 w 6061957"/>
              <a:gd name="connsiteY3" fmla="*/ 6877050 h 6877050"/>
              <a:gd name="connsiteX4" fmla="*/ 5542 w 6061957"/>
              <a:gd name="connsiteY4" fmla="*/ 6867525 h 6877050"/>
              <a:gd name="connsiteX5" fmla="*/ 0 w 6061957"/>
              <a:gd name="connsiteY5" fmla="*/ 5356826 h 6877050"/>
              <a:gd name="connsiteX0" fmla="*/ 0 w 6061957"/>
              <a:gd name="connsiteY0" fmla="*/ 3928076 h 6877050"/>
              <a:gd name="connsiteX1" fmla="*/ 2298330 w 6061957"/>
              <a:gd name="connsiteY1" fmla="*/ 0 h 6877050"/>
              <a:gd name="connsiteX2" fmla="*/ 6061957 w 6061957"/>
              <a:gd name="connsiteY2" fmla="*/ 9525 h 6877050"/>
              <a:gd name="connsiteX3" fmla="*/ 2072367 w 6061957"/>
              <a:gd name="connsiteY3" fmla="*/ 6877050 h 6877050"/>
              <a:gd name="connsiteX4" fmla="*/ 5542 w 6061957"/>
              <a:gd name="connsiteY4" fmla="*/ 6867525 h 6877050"/>
              <a:gd name="connsiteX5" fmla="*/ 0 w 6061957"/>
              <a:gd name="connsiteY5" fmla="*/ 3928076 h 6877050"/>
              <a:gd name="connsiteX0" fmla="*/ 1 w 6056415"/>
              <a:gd name="connsiteY0" fmla="*/ 3928076 h 6877050"/>
              <a:gd name="connsiteX1" fmla="*/ 2292788 w 6056415"/>
              <a:gd name="connsiteY1" fmla="*/ 0 h 6877050"/>
              <a:gd name="connsiteX2" fmla="*/ 6056415 w 6056415"/>
              <a:gd name="connsiteY2" fmla="*/ 9525 h 6877050"/>
              <a:gd name="connsiteX3" fmla="*/ 2066825 w 6056415"/>
              <a:gd name="connsiteY3" fmla="*/ 6877050 h 6877050"/>
              <a:gd name="connsiteX4" fmla="*/ 0 w 6056415"/>
              <a:gd name="connsiteY4" fmla="*/ 6867525 h 6877050"/>
              <a:gd name="connsiteX5" fmla="*/ 1 w 6056415"/>
              <a:gd name="connsiteY5" fmla="*/ 3928076 h 6877050"/>
              <a:gd name="connsiteX0" fmla="*/ 3626 w 6060040"/>
              <a:gd name="connsiteY0" fmla="*/ 3928076 h 6877050"/>
              <a:gd name="connsiteX1" fmla="*/ 0 w 6060040"/>
              <a:gd name="connsiteY1" fmla="*/ 0 h 6877050"/>
              <a:gd name="connsiteX2" fmla="*/ 6060040 w 6060040"/>
              <a:gd name="connsiteY2" fmla="*/ 9525 h 6877050"/>
              <a:gd name="connsiteX3" fmla="*/ 2070450 w 6060040"/>
              <a:gd name="connsiteY3" fmla="*/ 6877050 h 6877050"/>
              <a:gd name="connsiteX4" fmla="*/ 3625 w 6060040"/>
              <a:gd name="connsiteY4" fmla="*/ 6867525 h 6877050"/>
              <a:gd name="connsiteX5" fmla="*/ 3626 w 6060040"/>
              <a:gd name="connsiteY5" fmla="*/ 3928076 h 687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60040" h="6877050">
                <a:moveTo>
                  <a:pt x="3626" y="3928076"/>
                </a:moveTo>
                <a:cubicBezTo>
                  <a:pt x="2417" y="2618717"/>
                  <a:pt x="1209" y="1309359"/>
                  <a:pt x="0" y="0"/>
                </a:cubicBezTo>
                <a:lnTo>
                  <a:pt x="6060040" y="9525"/>
                </a:lnTo>
                <a:lnTo>
                  <a:pt x="2070450" y="6877050"/>
                </a:lnTo>
                <a:lnTo>
                  <a:pt x="3625" y="6867525"/>
                </a:lnTo>
                <a:cubicBezTo>
                  <a:pt x="3625" y="4990747"/>
                  <a:pt x="3626" y="5804854"/>
                  <a:pt x="3626" y="3928076"/>
                </a:cubicBezTo>
                <a:close/>
              </a:path>
            </a:pathLst>
          </a:cu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6" name="Image 11">
            <a:extLst>
              <a:ext uri="{FF2B5EF4-FFF2-40B4-BE49-F238E27FC236}">
                <a16:creationId xmlns:a16="http://schemas.microsoft.com/office/drawing/2014/main" id="{C4FD931A-E4F7-8067-5379-3C92C6B3FC0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9214" y="615916"/>
            <a:ext cx="3710752" cy="1775512"/>
          </a:xfrm>
          <a:prstGeom prst="rect">
            <a:avLst/>
          </a:prstGeom>
        </p:spPr>
      </p:pic>
      <p:sp>
        <p:nvSpPr>
          <p:cNvPr id="7" name="ZoneTexte 5">
            <a:extLst>
              <a:ext uri="{FF2B5EF4-FFF2-40B4-BE49-F238E27FC236}">
                <a16:creationId xmlns:a16="http://schemas.microsoft.com/office/drawing/2014/main" id="{5D2FC360-7FB8-1D7A-E089-D42D51E66E95}"/>
              </a:ext>
            </a:extLst>
          </p:cNvPr>
          <p:cNvSpPr txBox="1"/>
          <p:nvPr/>
        </p:nvSpPr>
        <p:spPr>
          <a:xfrm>
            <a:off x="619213" y="3256906"/>
            <a:ext cx="10948900" cy="1768561"/>
          </a:xfrm>
          <a:prstGeom prst="rect">
            <a:avLst/>
          </a:prstGeom>
          <a:noFill/>
        </p:spPr>
        <p:txBody>
          <a:bodyPr wrap="square" rtlCol="0" anchor="ctr">
            <a:spAutoFit/>
          </a:bodyPr>
          <a:lstStyle/>
          <a:p>
            <a:pPr algn="ctr">
              <a:lnSpc>
                <a:spcPts val="6000"/>
              </a:lnSpc>
              <a:spcBef>
                <a:spcPts val="800"/>
              </a:spcBef>
            </a:pPr>
            <a:r>
              <a:rPr lang="en-GB" sz="7200" b="1" dirty="0">
                <a:latin typeface="Metropolis Black" panose="00000A00000000000000" pitchFamily="50" charset="0"/>
                <a:ea typeface="Verdana"/>
                <a:cs typeface="Verdana"/>
              </a:rPr>
              <a:t>Introduction to </a:t>
            </a:r>
          </a:p>
          <a:p>
            <a:pPr algn="ctr">
              <a:lnSpc>
                <a:spcPts val="6000"/>
              </a:lnSpc>
              <a:spcBef>
                <a:spcPts val="800"/>
              </a:spcBef>
            </a:pPr>
            <a:r>
              <a:rPr lang="en-GB" sz="7200" b="1" dirty="0">
                <a:latin typeface="Metropolis Black" panose="00000A00000000000000" pitchFamily="50" charset="0"/>
                <a:ea typeface="Verdana"/>
                <a:cs typeface="Verdana"/>
              </a:rPr>
              <a:t>Active Learning (AL)</a:t>
            </a:r>
          </a:p>
        </p:txBody>
      </p:sp>
      <p:pic>
        <p:nvPicPr>
          <p:cNvPr id="3" name="Graphique 2">
            <a:extLst>
              <a:ext uri="{FF2B5EF4-FFF2-40B4-BE49-F238E27FC236}">
                <a16:creationId xmlns:a16="http://schemas.microsoft.com/office/drawing/2014/main" id="{A128C801-CE6E-741C-9B8F-D50C570A3C28}"/>
              </a:ext>
            </a:extLst>
          </p:cNvPr>
          <p:cNvPicPr>
            <a:picLocks noChangeAspect="1"/>
          </p:cNvPicPr>
          <p:nvPr/>
        </p:nvPicPr>
        <p:blipFill>
          <a:blip r:embed="rId4">
            <a:extLst>
              <a:ext uri="{96DAC541-7B7A-43D3-8B79-37D633B846F1}">
                <asvg:svgBlip xmlns:asvg="http://schemas.microsoft.com/office/drawing/2016/SVG/main" r:embed="rId5"/>
              </a:ext>
            </a:extLst>
          </a:blip>
          <a:srcRect t="49637" r="10510"/>
          <a:stretch/>
        </p:blipFill>
        <p:spPr>
          <a:xfrm>
            <a:off x="9299277" y="-9526"/>
            <a:ext cx="2892723" cy="1321517"/>
          </a:xfrm>
          <a:prstGeom prst="rect">
            <a:avLst/>
          </a:prstGeom>
        </p:spPr>
      </p:pic>
    </p:spTree>
    <p:extLst>
      <p:ext uri="{BB962C8B-B14F-4D97-AF65-F5344CB8AC3E}">
        <p14:creationId xmlns:p14="http://schemas.microsoft.com/office/powerpoint/2010/main" val="4024142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66FE8E6-44CE-34BD-30FA-1805FF0DB452}"/>
              </a:ext>
            </a:extLst>
          </p:cNvPr>
          <p:cNvCxnSpPr>
            <a:cxnSpLocks/>
          </p:cNvCxnSpPr>
          <p:nvPr/>
        </p:nvCxnSpPr>
        <p:spPr>
          <a:xfrm>
            <a:off x="3148542" y="3849563"/>
            <a:ext cx="0" cy="8836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3">
            <a:extLst>
              <a:ext uri="{FF2B5EF4-FFF2-40B4-BE49-F238E27FC236}">
                <a16:creationId xmlns:a16="http://schemas.microsoft.com/office/drawing/2014/main" id="{A6BD498C-9569-5736-2B66-7A1012382849}"/>
              </a:ext>
            </a:extLst>
          </p:cNvPr>
          <p:cNvSpPr txBox="1"/>
          <p:nvPr/>
        </p:nvSpPr>
        <p:spPr>
          <a:xfrm>
            <a:off x="352468" y="339975"/>
            <a:ext cx="9350824" cy="498598"/>
          </a:xfrm>
          <a:prstGeom prst="rect">
            <a:avLst/>
          </a:prstGeom>
          <a:noFill/>
        </p:spPr>
        <p:txBody>
          <a:bodyPr wrap="square" lIns="0" tIns="0" rIns="0" bIns="0" rtlCol="0" anchor="b">
            <a:spAutoFit/>
          </a:bodyPr>
          <a:lstStyle>
            <a:defPPr>
              <a:defRPr lang="fr-FR"/>
            </a:defPPr>
            <a:lvl1pPr>
              <a:defRPr sz="2800" b="0" kern="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600" b="1" i="0" u="none" strike="noStrike" kern="0" cap="none" spc="-100" normalizeH="0" baseline="0" noProof="0">
                <a:ln>
                  <a:noFill/>
                </a:ln>
                <a:solidFill>
                  <a:srgbClr val="E10014"/>
                </a:solidFill>
                <a:effectLst/>
                <a:uLnTx/>
                <a:uFillTx/>
                <a:latin typeface="Metropolis"/>
                <a:ea typeface="+mn-ea"/>
                <a:cs typeface="+mn-cs"/>
              </a:rPr>
              <a:t>AGENDA</a:t>
            </a:r>
          </a:p>
        </p:txBody>
      </p:sp>
      <p:sp>
        <p:nvSpPr>
          <p:cNvPr id="6" name="Rectangle 5">
            <a:extLst>
              <a:ext uri="{FF2B5EF4-FFF2-40B4-BE49-F238E27FC236}">
                <a16:creationId xmlns:a16="http://schemas.microsoft.com/office/drawing/2014/main" id="{6CFC8954-F846-8F9D-365B-6F079905F8D9}"/>
              </a:ext>
            </a:extLst>
          </p:cNvPr>
          <p:cNvSpPr/>
          <p:nvPr/>
        </p:nvSpPr>
        <p:spPr>
          <a:xfrm>
            <a:off x="3680364" y="2041428"/>
            <a:ext cx="4680000" cy="540000"/>
          </a:xfrm>
          <a:prstGeom prst="rect">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b="1" dirty="0">
                <a:latin typeface="Metropolis Extra Bold" panose="00000900000000000000" pitchFamily="50" charset="0"/>
              </a:rPr>
              <a:t>Why Active Learning (AL) ?</a:t>
            </a:r>
          </a:p>
        </p:txBody>
      </p:sp>
      <p:sp>
        <p:nvSpPr>
          <p:cNvPr id="13" name="Rectangle 12">
            <a:extLst>
              <a:ext uri="{FF2B5EF4-FFF2-40B4-BE49-F238E27FC236}">
                <a16:creationId xmlns:a16="http://schemas.microsoft.com/office/drawing/2014/main" id="{CBBCA783-1CF1-B71C-EDFB-9E3A44B270A0}"/>
              </a:ext>
            </a:extLst>
          </p:cNvPr>
          <p:cNvSpPr/>
          <p:nvPr/>
        </p:nvSpPr>
        <p:spPr>
          <a:xfrm>
            <a:off x="3680364" y="2818677"/>
            <a:ext cx="5040000" cy="540000"/>
          </a:xfrm>
          <a:prstGeom prst="rect">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fr-FR" b="1" dirty="0">
                <a:latin typeface="Metropolis Extra Bold" panose="00000900000000000000" pitchFamily="50" charset="0"/>
              </a:rPr>
              <a:t>How </a:t>
            </a:r>
            <a:r>
              <a:rPr lang="fr-FR" b="1" dirty="0" err="1">
                <a:latin typeface="Metropolis Extra Bold" panose="00000900000000000000" pitchFamily="50" charset="0"/>
              </a:rPr>
              <a:t>does</a:t>
            </a:r>
            <a:r>
              <a:rPr lang="fr-FR" b="1" dirty="0">
                <a:latin typeface="Metropolis Extra Bold" panose="00000900000000000000" pitchFamily="50" charset="0"/>
              </a:rPr>
              <a:t> an AL model </a:t>
            </a:r>
            <a:r>
              <a:rPr lang="fr-FR" b="1" dirty="0" err="1">
                <a:latin typeface="Metropolis Extra Bold" panose="00000900000000000000" pitchFamily="50" charset="0"/>
              </a:rPr>
              <a:t>work</a:t>
            </a:r>
            <a:r>
              <a:rPr lang="fr-FR" b="1" dirty="0">
                <a:latin typeface="Metropolis Extra Bold" panose="00000900000000000000" pitchFamily="50" charset="0"/>
              </a:rPr>
              <a:t> ?</a:t>
            </a:r>
            <a:endParaRPr lang="en-GB" b="1" dirty="0">
              <a:latin typeface="Metropolis Extra Bold" panose="00000900000000000000" pitchFamily="50" charset="0"/>
            </a:endParaRPr>
          </a:p>
        </p:txBody>
      </p:sp>
      <p:sp>
        <p:nvSpPr>
          <p:cNvPr id="14" name="Rectangle 13">
            <a:extLst>
              <a:ext uri="{FF2B5EF4-FFF2-40B4-BE49-F238E27FC236}">
                <a16:creationId xmlns:a16="http://schemas.microsoft.com/office/drawing/2014/main" id="{A3DB7295-F675-C852-8404-0F6FE6633495}"/>
              </a:ext>
            </a:extLst>
          </p:cNvPr>
          <p:cNvSpPr/>
          <p:nvPr/>
        </p:nvSpPr>
        <p:spPr>
          <a:xfrm>
            <a:off x="3680364" y="3595926"/>
            <a:ext cx="5400000" cy="540000"/>
          </a:xfrm>
          <a:prstGeom prst="rect">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fr-FR" b="1" dirty="0">
                <a:latin typeface="Metropolis Extra Bold" panose="00000900000000000000" pitchFamily="50" charset="0"/>
              </a:rPr>
              <a:t>Basic </a:t>
            </a:r>
            <a:r>
              <a:rPr lang="fr-FR" b="1" dirty="0" err="1">
                <a:latin typeface="Metropolis Extra Bold" panose="00000900000000000000" pitchFamily="50" charset="0"/>
              </a:rPr>
              <a:t>Query</a:t>
            </a:r>
            <a:r>
              <a:rPr lang="fr-FR" b="1" dirty="0">
                <a:latin typeface="Metropolis Extra Bold" panose="00000900000000000000" pitchFamily="50" charset="0"/>
              </a:rPr>
              <a:t> </a:t>
            </a:r>
            <a:r>
              <a:rPr lang="fr-FR" b="1" dirty="0" err="1">
                <a:latin typeface="Metropolis Extra Bold" panose="00000900000000000000" pitchFamily="50" charset="0"/>
              </a:rPr>
              <a:t>Strategies</a:t>
            </a:r>
            <a:endParaRPr lang="en-GB" b="1" dirty="0">
              <a:latin typeface="Metropolis Extra Bold" panose="00000900000000000000" pitchFamily="50" charset="0"/>
            </a:endParaRPr>
          </a:p>
        </p:txBody>
      </p:sp>
      <p:cxnSp>
        <p:nvCxnSpPr>
          <p:cNvPr id="16" name="Straight Connector 15">
            <a:extLst>
              <a:ext uri="{FF2B5EF4-FFF2-40B4-BE49-F238E27FC236}">
                <a16:creationId xmlns:a16="http://schemas.microsoft.com/office/drawing/2014/main" id="{2D337807-D52E-9227-9D49-6919236A75E4}"/>
              </a:ext>
            </a:extLst>
          </p:cNvPr>
          <p:cNvCxnSpPr>
            <a:cxnSpLocks/>
            <a:stCxn id="18" idx="4"/>
            <a:endCxn id="20" idx="0"/>
          </p:cNvCxnSpPr>
          <p:nvPr/>
        </p:nvCxnSpPr>
        <p:spPr>
          <a:xfrm>
            <a:off x="3148730" y="2401428"/>
            <a:ext cx="0" cy="13744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E60CD44-5214-858A-C03C-1765252E8E11}"/>
              </a:ext>
            </a:extLst>
          </p:cNvPr>
          <p:cNvSpPr/>
          <p:nvPr/>
        </p:nvSpPr>
        <p:spPr>
          <a:xfrm>
            <a:off x="3058730" y="2221428"/>
            <a:ext cx="180000" cy="180000"/>
          </a:xfrm>
          <a:prstGeom prst="ellipse">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9" name="Oval 18">
            <a:extLst>
              <a:ext uri="{FF2B5EF4-FFF2-40B4-BE49-F238E27FC236}">
                <a16:creationId xmlns:a16="http://schemas.microsoft.com/office/drawing/2014/main" id="{FD21EFA1-93C6-E5E4-B5F2-37168C42DEE1}"/>
              </a:ext>
            </a:extLst>
          </p:cNvPr>
          <p:cNvSpPr/>
          <p:nvPr/>
        </p:nvSpPr>
        <p:spPr>
          <a:xfrm>
            <a:off x="3058730" y="2998677"/>
            <a:ext cx="180000" cy="180000"/>
          </a:xfrm>
          <a:prstGeom prst="ellipse">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20" name="Oval 19">
            <a:extLst>
              <a:ext uri="{FF2B5EF4-FFF2-40B4-BE49-F238E27FC236}">
                <a16:creationId xmlns:a16="http://schemas.microsoft.com/office/drawing/2014/main" id="{188DFE1F-B0CB-03C5-0174-851222320001}"/>
              </a:ext>
            </a:extLst>
          </p:cNvPr>
          <p:cNvSpPr/>
          <p:nvPr/>
        </p:nvSpPr>
        <p:spPr>
          <a:xfrm>
            <a:off x="3058730" y="3775926"/>
            <a:ext cx="180000" cy="180000"/>
          </a:xfrm>
          <a:prstGeom prst="ellipse">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2" name="Rectangle 1">
            <a:extLst>
              <a:ext uri="{FF2B5EF4-FFF2-40B4-BE49-F238E27FC236}">
                <a16:creationId xmlns:a16="http://schemas.microsoft.com/office/drawing/2014/main" id="{6F811B60-168B-F3FC-C555-FEC0150AF9AD}"/>
              </a:ext>
            </a:extLst>
          </p:cNvPr>
          <p:cNvSpPr/>
          <p:nvPr/>
        </p:nvSpPr>
        <p:spPr>
          <a:xfrm>
            <a:off x="3680364" y="4373174"/>
            <a:ext cx="5760000" cy="540000"/>
          </a:xfrm>
          <a:prstGeom prst="rect">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fr-FR" b="1" dirty="0" err="1">
                <a:latin typeface="Metropolis Extra Bold" panose="00000900000000000000" pitchFamily="50" charset="0"/>
              </a:rPr>
              <a:t>Results</a:t>
            </a:r>
            <a:r>
              <a:rPr lang="fr-FR" b="1" dirty="0">
                <a:latin typeface="Metropolis Extra Bold" panose="00000900000000000000" pitchFamily="50" charset="0"/>
              </a:rPr>
              <a:t> on 3 </a:t>
            </a:r>
            <a:r>
              <a:rPr lang="fr-FR" b="1" dirty="0" err="1">
                <a:latin typeface="Metropolis Extra Bold" panose="00000900000000000000" pitchFamily="50" charset="0"/>
              </a:rPr>
              <a:t>datasets</a:t>
            </a:r>
            <a:endParaRPr lang="en-GB" b="1" dirty="0">
              <a:latin typeface="Metropolis Extra Bold" panose="00000900000000000000" pitchFamily="50" charset="0"/>
            </a:endParaRPr>
          </a:p>
        </p:txBody>
      </p:sp>
      <p:sp>
        <p:nvSpPr>
          <p:cNvPr id="4" name="Oval 3">
            <a:extLst>
              <a:ext uri="{FF2B5EF4-FFF2-40B4-BE49-F238E27FC236}">
                <a16:creationId xmlns:a16="http://schemas.microsoft.com/office/drawing/2014/main" id="{642CA438-BFFB-DC37-9E1D-A2DAF2B7A471}"/>
              </a:ext>
            </a:extLst>
          </p:cNvPr>
          <p:cNvSpPr/>
          <p:nvPr/>
        </p:nvSpPr>
        <p:spPr>
          <a:xfrm>
            <a:off x="3058730" y="4553174"/>
            <a:ext cx="180000" cy="180000"/>
          </a:xfrm>
          <a:prstGeom prst="ellipse">
            <a:avLst/>
          </a:prstGeom>
          <a:solidFill>
            <a:srgbClr val="E10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Tree>
    <p:extLst>
      <p:ext uri="{BB962C8B-B14F-4D97-AF65-F5344CB8AC3E}">
        <p14:creationId xmlns:p14="http://schemas.microsoft.com/office/powerpoint/2010/main" val="1307368325"/>
      </p:ext>
    </p:extLst>
  </p:cSld>
  <p:clrMapOvr>
    <a:masterClrMapping/>
  </p:clrMapOvr>
  <p:transition spd="med">
    <p:pull/>
  </p:transition>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16301-12B9-F4AD-3930-74E33ACEF3DB}"/>
            </a:ext>
          </a:extLst>
        </p:cNvPr>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E8571FD-89A2-A41E-E631-B755BB1F6A4F}"/>
              </a:ext>
            </a:extLst>
          </p:cNvPr>
          <p:cNvPicPr>
            <a:picLocks noChangeAspect="1"/>
          </p:cNvPicPr>
          <p:nvPr/>
        </p:nvPicPr>
        <p:blipFill>
          <a:blip r:embed="rId3"/>
          <a:stretch>
            <a:fillRect/>
          </a:stretch>
        </p:blipFill>
        <p:spPr>
          <a:xfrm>
            <a:off x="0" y="0"/>
            <a:ext cx="12192000" cy="6858000"/>
          </a:xfrm>
          <a:prstGeom prst="rect">
            <a:avLst/>
          </a:prstGeom>
        </p:spPr>
      </p:pic>
      <p:sp>
        <p:nvSpPr>
          <p:cNvPr id="3" name="Titre 1">
            <a:extLst>
              <a:ext uri="{FF2B5EF4-FFF2-40B4-BE49-F238E27FC236}">
                <a16:creationId xmlns:a16="http://schemas.microsoft.com/office/drawing/2014/main" id="{3C9F474D-F4E1-C097-8ED2-4D460FA5CDD7}"/>
              </a:ext>
            </a:extLst>
          </p:cNvPr>
          <p:cNvSpPr>
            <a:spLocks noGrp="1"/>
          </p:cNvSpPr>
          <p:nvPr>
            <p:ph type="title"/>
          </p:nvPr>
        </p:nvSpPr>
        <p:spPr>
          <a:xfrm>
            <a:off x="429990" y="2244683"/>
            <a:ext cx="11332020" cy="2368633"/>
          </a:xfrm>
          <a:noFill/>
          <a:ln>
            <a:noFill/>
          </a:ln>
          <a:effectLst>
            <a:outerShdw blurRad="487818" dist="515678" dir="3000000" sx="179000" sy="179000" algn="tl" rotWithShape="0">
              <a:schemeClr val="tx1">
                <a:alpha val="74000"/>
              </a:schemeClr>
            </a:outerShdw>
          </a:effectLst>
          <a:scene3d>
            <a:camera prst="orthographicFront">
              <a:rot lat="0" lon="0" rev="0"/>
            </a:camera>
            <a:lightRig rig="brightRoom" dir="t">
              <a:rot lat="0" lon="0" rev="600000"/>
            </a:lightRig>
          </a:scene3d>
          <a:sp3d prstMaterial="metal">
            <a:bevelT w="38100" h="57150" prst="angle"/>
          </a:sp3d>
        </p:spPr>
        <p:txBody>
          <a:bodyPr anchor="ctr">
            <a:normAutofit/>
          </a:bodyPr>
          <a:lstStyle/>
          <a:p>
            <a:pPr>
              <a:lnSpc>
                <a:spcPct val="100000"/>
              </a:lnSpc>
              <a:spcAft>
                <a:spcPts val="6000"/>
              </a:spcAft>
            </a:pPr>
            <a:r>
              <a:rPr lang="fr-FR" sz="5400" b="0" dirty="0">
                <a:solidFill>
                  <a:schemeClr val="bg1"/>
                </a:solidFill>
                <a:latin typeface="Metropolis" panose="00000500000000000000" pitchFamily="50" charset="0"/>
              </a:rPr>
              <a:t>PART I</a:t>
            </a:r>
            <a:br>
              <a:rPr lang="fr-FR" sz="5400" b="0" dirty="0">
                <a:solidFill>
                  <a:schemeClr val="bg1"/>
                </a:solidFill>
                <a:latin typeface="Metropolis Black" panose="00000A00000000000000" pitchFamily="50" charset="0"/>
              </a:rPr>
            </a:br>
            <a:r>
              <a:rPr lang="en-US" sz="5400" b="0" dirty="0">
                <a:solidFill>
                  <a:schemeClr val="bg1"/>
                </a:solidFill>
                <a:highlight>
                  <a:srgbClr val="E10014"/>
                </a:highlight>
                <a:latin typeface="Metropolis Black" panose="00000A00000000000000" pitchFamily="50" charset="0"/>
              </a:rPr>
              <a:t>Why Active Learning ?</a:t>
            </a:r>
            <a:endParaRPr lang="fr-FR" sz="5400" b="0" dirty="0">
              <a:solidFill>
                <a:schemeClr val="bg1"/>
              </a:solidFill>
              <a:highlight>
                <a:srgbClr val="E10014"/>
              </a:highlight>
              <a:latin typeface="Metropolis Black" panose="00000A00000000000000" pitchFamily="50" charset="0"/>
            </a:endParaRPr>
          </a:p>
        </p:txBody>
      </p:sp>
    </p:spTree>
    <p:extLst>
      <p:ext uri="{BB962C8B-B14F-4D97-AF65-F5344CB8AC3E}">
        <p14:creationId xmlns:p14="http://schemas.microsoft.com/office/powerpoint/2010/main" val="782152074"/>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18AA-954C-1A25-250D-4F2F6C234A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1C7D6BA-44E9-7679-3BBA-381C88488F99}"/>
              </a:ext>
            </a:extLst>
          </p:cNvPr>
          <p:cNvSpPr>
            <a:spLocks noGrp="1"/>
          </p:cNvSpPr>
          <p:nvPr>
            <p:ph type="title"/>
          </p:nvPr>
        </p:nvSpPr>
        <p:spPr>
          <a:prstGeom prst="rect">
            <a:avLst/>
          </a:prstGeom>
        </p:spPr>
        <p:txBody>
          <a:bodyPr>
            <a:normAutofit fontScale="90000"/>
          </a:bodyPr>
          <a:lstStyle/>
          <a:p>
            <a:r>
              <a:rPr lang="en-US" sz="4400" b="0" dirty="0">
                <a:solidFill>
                  <a:schemeClr val="bg1"/>
                </a:solidFill>
                <a:highlight>
                  <a:srgbClr val="E10014"/>
                </a:highlight>
                <a:latin typeface="Metropolis Black" panose="00000A00000000000000" pitchFamily="50" charset="0"/>
              </a:rPr>
              <a:t>Why AL ?</a:t>
            </a:r>
            <a:endParaRPr lang="en-GB" b="0" dirty="0">
              <a:solidFill>
                <a:srgbClr val="000000"/>
              </a:solidFill>
              <a:latin typeface="Arvo"/>
            </a:endParaRPr>
          </a:p>
        </p:txBody>
      </p:sp>
      <p:pic>
        <p:nvPicPr>
          <p:cNvPr id="9" name="Picture 2">
            <a:extLst>
              <a:ext uri="{FF2B5EF4-FFF2-40B4-BE49-F238E27FC236}">
                <a16:creationId xmlns:a16="http://schemas.microsoft.com/office/drawing/2014/main" id="{0A486D31-8605-7793-B654-7C30A8E3D69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1769412"/>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82EABDE-4CAF-EF75-31B2-7E868C823FBF}"/>
              </a:ext>
            </a:extLst>
          </p:cNvPr>
          <p:cNvSpPr/>
          <p:nvPr/>
        </p:nvSpPr>
        <p:spPr>
          <a:xfrm>
            <a:off x="1940599" y="1787482"/>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pitchFamily="2" charset="77"/>
              </a:rPr>
              <a:t>Access to </a:t>
            </a:r>
            <a:r>
              <a:rPr lang="en-US" sz="2000" b="1" dirty="0">
                <a:solidFill>
                  <a:schemeClr val="tx1"/>
                </a:solidFill>
                <a:latin typeface="Metropolis" pitchFamily="2" charset="77"/>
              </a:rPr>
              <a:t>lots of data </a:t>
            </a:r>
            <a:r>
              <a:rPr lang="en-US" sz="2000" dirty="0">
                <a:solidFill>
                  <a:schemeClr val="tx1"/>
                </a:solidFill>
                <a:latin typeface="Metropolis" pitchFamily="2" charset="77"/>
              </a:rPr>
              <a:t>in many fields</a:t>
            </a:r>
          </a:p>
        </p:txBody>
      </p:sp>
      <p:pic>
        <p:nvPicPr>
          <p:cNvPr id="11" name="Picture 10">
            <a:extLst>
              <a:ext uri="{FF2B5EF4-FFF2-40B4-BE49-F238E27FC236}">
                <a16:creationId xmlns:a16="http://schemas.microsoft.com/office/drawing/2014/main" id="{2C947C32-BC87-C34F-D981-2EF9FACBF4F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3101932"/>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999F062-B543-82F9-999B-F4D4681FD4C9}"/>
              </a:ext>
            </a:extLst>
          </p:cNvPr>
          <p:cNvSpPr/>
          <p:nvPr/>
        </p:nvSpPr>
        <p:spPr>
          <a:xfrm>
            <a:off x="1940599" y="3120002"/>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pitchFamily="2" charset="77"/>
              </a:rPr>
              <a:t>But </a:t>
            </a:r>
            <a:r>
              <a:rPr lang="en-US" sz="2000" b="1" dirty="0">
                <a:solidFill>
                  <a:schemeClr val="tx1"/>
                </a:solidFill>
                <a:latin typeface="Metropolis" pitchFamily="2" charset="77"/>
              </a:rPr>
              <a:t>labeling</a:t>
            </a:r>
            <a:r>
              <a:rPr lang="en-US" sz="2000" dirty="0">
                <a:solidFill>
                  <a:schemeClr val="tx1"/>
                </a:solidFill>
                <a:latin typeface="Metropolis" pitchFamily="2" charset="77"/>
              </a:rPr>
              <a:t> is </a:t>
            </a:r>
            <a:r>
              <a:rPr lang="en-US" sz="2000" b="1" dirty="0">
                <a:solidFill>
                  <a:schemeClr val="tx1"/>
                </a:solidFill>
                <a:latin typeface="Metropolis" pitchFamily="2" charset="77"/>
              </a:rPr>
              <a:t>expensive</a:t>
            </a:r>
            <a:r>
              <a:rPr lang="en-US" sz="2000" dirty="0">
                <a:solidFill>
                  <a:schemeClr val="tx1"/>
                </a:solidFill>
                <a:latin typeface="Metropolis" pitchFamily="2" charset="77"/>
              </a:rPr>
              <a:t> and </a:t>
            </a:r>
            <a:r>
              <a:rPr lang="en-US" sz="2000" b="1" dirty="0">
                <a:solidFill>
                  <a:schemeClr val="tx1"/>
                </a:solidFill>
                <a:latin typeface="Metropolis" pitchFamily="2" charset="77"/>
              </a:rPr>
              <a:t>time-consuming</a:t>
            </a:r>
            <a:r>
              <a:rPr lang="en-US" sz="2000" dirty="0">
                <a:solidFill>
                  <a:schemeClr val="tx1"/>
                </a:solidFill>
                <a:latin typeface="Metropolis" pitchFamily="2" charset="77"/>
              </a:rPr>
              <a:t>, so a small portion of the data is labeled.</a:t>
            </a:r>
          </a:p>
        </p:txBody>
      </p:sp>
      <p:pic>
        <p:nvPicPr>
          <p:cNvPr id="13" name="Picture 12">
            <a:extLst>
              <a:ext uri="{FF2B5EF4-FFF2-40B4-BE49-F238E27FC236}">
                <a16:creationId xmlns:a16="http://schemas.microsoft.com/office/drawing/2014/main" id="{E081344A-BB97-F155-47CD-259F750F5C5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4540939"/>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10BA3437-74B1-3DE2-E3E1-89EAAD1D491F}"/>
              </a:ext>
            </a:extLst>
          </p:cNvPr>
          <p:cNvSpPr/>
          <p:nvPr/>
        </p:nvSpPr>
        <p:spPr>
          <a:xfrm>
            <a:off x="1940599" y="4559009"/>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pitchFamily="2" charset="77"/>
              </a:rPr>
              <a:t>So need to </a:t>
            </a:r>
            <a:r>
              <a:rPr lang="en-US" sz="2000" b="1" dirty="0">
                <a:solidFill>
                  <a:schemeClr val="tx1"/>
                </a:solidFill>
                <a:latin typeface="Metropolis" pitchFamily="2" charset="77"/>
              </a:rPr>
              <a:t>focus on the most impactful data </a:t>
            </a:r>
            <a:r>
              <a:rPr lang="en-US" sz="2000" dirty="0">
                <a:solidFill>
                  <a:schemeClr val="tx1"/>
                </a:solidFill>
                <a:latin typeface="Metropolis" pitchFamily="2" charset="77"/>
              </a:rPr>
              <a:t>to be labeled : this is </a:t>
            </a:r>
            <a:r>
              <a:rPr lang="en-US" sz="2000" b="1" dirty="0">
                <a:solidFill>
                  <a:schemeClr val="tx1"/>
                </a:solidFill>
                <a:latin typeface="Metropolis" pitchFamily="2" charset="77"/>
              </a:rPr>
              <a:t>Active Learning</a:t>
            </a:r>
          </a:p>
        </p:txBody>
      </p:sp>
    </p:spTree>
    <p:extLst>
      <p:ext uri="{BB962C8B-B14F-4D97-AF65-F5344CB8AC3E}">
        <p14:creationId xmlns:p14="http://schemas.microsoft.com/office/powerpoint/2010/main" val="2592310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106A1-1286-BC42-0DE9-F9CA61D567B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FD86277-82CB-9333-C861-BC5E2259B805}"/>
              </a:ext>
            </a:extLst>
          </p:cNvPr>
          <p:cNvPicPr>
            <a:picLocks noChangeAspect="1"/>
          </p:cNvPicPr>
          <p:nvPr/>
        </p:nvPicPr>
        <p:blipFill>
          <a:blip r:embed="rId3"/>
          <a:stretch>
            <a:fillRect/>
          </a:stretch>
        </p:blipFill>
        <p:spPr>
          <a:xfrm>
            <a:off x="7414204" y="3811248"/>
            <a:ext cx="3868010" cy="2560064"/>
          </a:xfrm>
          <a:prstGeom prst="rect">
            <a:avLst/>
          </a:prstGeom>
        </p:spPr>
      </p:pic>
      <p:sp>
        <p:nvSpPr>
          <p:cNvPr id="2" name="Titre 1">
            <a:extLst>
              <a:ext uri="{FF2B5EF4-FFF2-40B4-BE49-F238E27FC236}">
                <a16:creationId xmlns:a16="http://schemas.microsoft.com/office/drawing/2014/main" id="{94C9F4F3-32C5-9ED7-154D-4C8AF4B07237}"/>
              </a:ext>
            </a:extLst>
          </p:cNvPr>
          <p:cNvSpPr>
            <a:spLocks noGrp="1"/>
          </p:cNvSpPr>
          <p:nvPr>
            <p:ph type="title"/>
          </p:nvPr>
        </p:nvSpPr>
        <p:spPr>
          <a:prstGeom prst="rect">
            <a:avLst/>
          </a:prstGeom>
        </p:spPr>
        <p:txBody>
          <a:bodyPr>
            <a:normAutofit fontScale="90000"/>
          </a:bodyPr>
          <a:lstStyle/>
          <a:p>
            <a:r>
              <a:rPr lang="en-US" sz="4400" b="0" dirty="0">
                <a:solidFill>
                  <a:schemeClr val="bg1"/>
                </a:solidFill>
                <a:highlight>
                  <a:srgbClr val="E10014"/>
                </a:highlight>
                <a:latin typeface="Metropolis Black" panose="00000A00000000000000" pitchFamily="50" charset="0"/>
              </a:rPr>
              <a:t>Differences ML/AL</a:t>
            </a:r>
            <a:endParaRPr lang="en-GB" b="0" dirty="0">
              <a:solidFill>
                <a:srgbClr val="000000"/>
              </a:solidFill>
              <a:latin typeface="Arvo"/>
            </a:endParaRPr>
          </a:p>
        </p:txBody>
      </p:sp>
      <p:pic>
        <p:nvPicPr>
          <p:cNvPr id="5" name="Graphique 4">
            <a:extLst>
              <a:ext uri="{FF2B5EF4-FFF2-40B4-BE49-F238E27FC236}">
                <a16:creationId xmlns:a16="http://schemas.microsoft.com/office/drawing/2014/main" id="{B92DC1FC-9FB2-9215-4650-036878E86CE0}"/>
              </a:ext>
            </a:extLst>
          </p:cNvPr>
          <p:cNvPicPr>
            <a:picLocks noChangeAspect="1"/>
          </p:cNvPicPr>
          <p:nvPr/>
        </p:nvPicPr>
        <p:blipFill>
          <a:blip r:embed="rId4">
            <a:extLst>
              <a:ext uri="{96DAC541-7B7A-43D3-8B79-37D633B846F1}">
                <asvg:svgBlip xmlns:asvg="http://schemas.microsoft.com/office/drawing/2016/SVG/main" r:embed="rId5"/>
              </a:ext>
            </a:extLst>
          </a:blip>
          <a:srcRect l="-1861" t="29825" r="79613" b="36034"/>
          <a:stretch/>
        </p:blipFill>
        <p:spPr>
          <a:xfrm>
            <a:off x="11472863" y="5962135"/>
            <a:ext cx="719138" cy="895865"/>
          </a:xfrm>
          <a:prstGeom prst="rect">
            <a:avLst/>
          </a:prstGeom>
        </p:spPr>
      </p:pic>
      <p:sp>
        <p:nvSpPr>
          <p:cNvPr id="8" name="Rectangle: Rounded Corners 7">
            <a:extLst>
              <a:ext uri="{FF2B5EF4-FFF2-40B4-BE49-F238E27FC236}">
                <a16:creationId xmlns:a16="http://schemas.microsoft.com/office/drawing/2014/main" id="{8B157665-C94B-64AF-43B5-F67BCF533A3F}"/>
              </a:ext>
            </a:extLst>
          </p:cNvPr>
          <p:cNvSpPr/>
          <p:nvPr/>
        </p:nvSpPr>
        <p:spPr>
          <a:xfrm>
            <a:off x="1657532" y="1314311"/>
            <a:ext cx="2861576" cy="967074"/>
          </a:xfrm>
          <a:prstGeom prst="round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2400" b="1" dirty="0">
                <a:solidFill>
                  <a:schemeClr val="bg1"/>
                </a:solidFill>
              </a:rPr>
              <a:t>Machine Learning (supervised)</a:t>
            </a:r>
          </a:p>
        </p:txBody>
      </p:sp>
      <p:sp>
        <p:nvSpPr>
          <p:cNvPr id="15" name="Rectangle: Rounded Corners 14">
            <a:extLst>
              <a:ext uri="{FF2B5EF4-FFF2-40B4-BE49-F238E27FC236}">
                <a16:creationId xmlns:a16="http://schemas.microsoft.com/office/drawing/2014/main" id="{515C0CAB-26EB-ED67-8C82-083D9E2B4C8A}"/>
              </a:ext>
            </a:extLst>
          </p:cNvPr>
          <p:cNvSpPr/>
          <p:nvPr/>
        </p:nvSpPr>
        <p:spPr>
          <a:xfrm>
            <a:off x="7849267" y="1329745"/>
            <a:ext cx="3065492" cy="967074"/>
          </a:xfrm>
          <a:prstGeom prst="round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2400" b="1" dirty="0">
                <a:solidFill>
                  <a:schemeClr val="bg1"/>
                </a:solidFill>
              </a:rPr>
              <a:t>Active Learning</a:t>
            </a:r>
          </a:p>
        </p:txBody>
      </p:sp>
      <p:sp>
        <p:nvSpPr>
          <p:cNvPr id="6" name="Rectangle : coins arrondis 18">
            <a:extLst>
              <a:ext uri="{FF2B5EF4-FFF2-40B4-BE49-F238E27FC236}">
                <a16:creationId xmlns:a16="http://schemas.microsoft.com/office/drawing/2014/main" id="{04FD22BD-F385-FDEB-9F06-CC1A4890D4C9}"/>
              </a:ext>
            </a:extLst>
          </p:cNvPr>
          <p:cNvSpPr/>
          <p:nvPr/>
        </p:nvSpPr>
        <p:spPr>
          <a:xfrm>
            <a:off x="507408" y="2751932"/>
            <a:ext cx="5367290" cy="923915"/>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0" i="0" u="none" strike="noStrike" dirty="0">
                <a:solidFill>
                  <a:srgbClr val="000000"/>
                </a:solidFill>
                <a:effectLst/>
                <a:latin typeface="Metropolis" pitchFamily="2" charset="77"/>
              </a:rPr>
              <a:t>Usin</a:t>
            </a:r>
            <a:r>
              <a:rPr lang="en-GB" sz="1600" dirty="0">
                <a:solidFill>
                  <a:srgbClr val="000000"/>
                </a:solidFill>
                <a:latin typeface="Metropolis" pitchFamily="2" charset="77"/>
              </a:rPr>
              <a:t>g a </a:t>
            </a:r>
            <a:r>
              <a:rPr lang="en-GB" sz="1600" b="1" dirty="0">
                <a:solidFill>
                  <a:srgbClr val="000000"/>
                </a:solidFill>
                <a:latin typeface="Metropolis" pitchFamily="2" charset="77"/>
              </a:rPr>
              <a:t>fixed labelled dataset </a:t>
            </a:r>
            <a:r>
              <a:rPr lang="en-GB" sz="1600" dirty="0">
                <a:solidFill>
                  <a:srgbClr val="000000"/>
                </a:solidFill>
                <a:latin typeface="Metropolis" pitchFamily="2" charset="77"/>
              </a:rPr>
              <a:t>to train a model</a:t>
            </a:r>
            <a:endParaRPr lang="en-US" sz="1600" dirty="0">
              <a:solidFill>
                <a:schemeClr val="tx1"/>
              </a:solidFill>
              <a:latin typeface="Metropolis" pitchFamily="2" charset="77"/>
            </a:endParaRPr>
          </a:p>
        </p:txBody>
      </p:sp>
      <p:pic>
        <p:nvPicPr>
          <p:cNvPr id="7" name="Picture 2">
            <a:extLst>
              <a:ext uri="{FF2B5EF4-FFF2-40B4-BE49-F238E27FC236}">
                <a16:creationId xmlns:a16="http://schemas.microsoft.com/office/drawing/2014/main" id="{375F9B19-527E-04F5-7A0D-95320806BD9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5573" y="2846619"/>
            <a:ext cx="437306" cy="5813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ntroduction to Active Learning. What is Active Learning? | by Michelle  Zhao | Towards Data Science">
            <a:extLst>
              <a:ext uri="{FF2B5EF4-FFF2-40B4-BE49-F238E27FC236}">
                <a16:creationId xmlns:a16="http://schemas.microsoft.com/office/drawing/2014/main" id="{46802393-0DCB-A79B-EA9F-8FDE76A9256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060"/>
          <a:stretch/>
        </p:blipFill>
        <p:spPr bwMode="auto">
          <a:xfrm>
            <a:off x="1458170" y="3902908"/>
            <a:ext cx="3319628" cy="24367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 coins arrondis 18">
            <a:extLst>
              <a:ext uri="{FF2B5EF4-FFF2-40B4-BE49-F238E27FC236}">
                <a16:creationId xmlns:a16="http://schemas.microsoft.com/office/drawing/2014/main" id="{D1C3CBBC-FA20-4BCF-6C6F-B3581D1DDAE3}"/>
              </a:ext>
            </a:extLst>
          </p:cNvPr>
          <p:cNvSpPr/>
          <p:nvPr/>
        </p:nvSpPr>
        <p:spPr>
          <a:xfrm>
            <a:off x="6698368" y="2644056"/>
            <a:ext cx="5367290" cy="1139668"/>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600" b="0" i="0" u="none" strike="noStrike" dirty="0">
                <a:solidFill>
                  <a:srgbClr val="000000"/>
                </a:solidFill>
                <a:effectLst/>
                <a:latin typeface="Metropolis" pitchFamily="2" charset="77"/>
              </a:rPr>
              <a:t>Progressive selection of the most useful </a:t>
            </a:r>
            <a:r>
              <a:rPr lang="en-GB" sz="1600" b="0" i="0" u="none" strike="noStrike" dirty="0" err="1">
                <a:solidFill>
                  <a:srgbClr val="000000"/>
                </a:solidFill>
                <a:effectLst/>
                <a:latin typeface="Metropolis" pitchFamily="2" charset="77"/>
              </a:rPr>
              <a:t>unlabeled</a:t>
            </a:r>
            <a:r>
              <a:rPr lang="en-GB" sz="1600" b="0" i="0" u="none" strike="noStrike" dirty="0">
                <a:solidFill>
                  <a:srgbClr val="000000"/>
                </a:solidFill>
                <a:effectLst/>
                <a:latin typeface="Metropolis" pitchFamily="2" charset="77"/>
              </a:rPr>
              <a:t> examples for the model to </a:t>
            </a:r>
            <a:r>
              <a:rPr lang="en-GB" sz="1600" b="1" i="0" u="none" strike="noStrike" dirty="0">
                <a:solidFill>
                  <a:srgbClr val="000000"/>
                </a:solidFill>
                <a:effectLst/>
                <a:latin typeface="Metropolis" pitchFamily="2" charset="77"/>
              </a:rPr>
              <a:t>maximize improvement </a:t>
            </a:r>
            <a:r>
              <a:rPr lang="en-GB" sz="1600" b="0" i="0" u="none" strike="noStrike" dirty="0">
                <a:solidFill>
                  <a:srgbClr val="000000"/>
                </a:solidFill>
                <a:effectLst/>
                <a:latin typeface="Metropolis" pitchFamily="2" charset="77"/>
              </a:rPr>
              <a:t>while </a:t>
            </a:r>
            <a:r>
              <a:rPr lang="en-GB" sz="1600" b="1" i="0" u="none" strike="noStrike" dirty="0">
                <a:solidFill>
                  <a:srgbClr val="000000"/>
                </a:solidFill>
                <a:effectLst/>
                <a:latin typeface="Metropolis" pitchFamily="2" charset="77"/>
              </a:rPr>
              <a:t>minimizing </a:t>
            </a:r>
            <a:r>
              <a:rPr lang="en-GB" sz="1600" b="1" i="0" u="none" strike="noStrike" dirty="0" err="1">
                <a:solidFill>
                  <a:srgbClr val="000000"/>
                </a:solidFill>
                <a:effectLst/>
                <a:latin typeface="Metropolis" pitchFamily="2" charset="77"/>
              </a:rPr>
              <a:t>labeling</a:t>
            </a:r>
            <a:r>
              <a:rPr lang="en-GB" sz="1600" b="1" i="0" u="none" strike="noStrike" dirty="0">
                <a:solidFill>
                  <a:srgbClr val="000000"/>
                </a:solidFill>
                <a:effectLst/>
                <a:latin typeface="Metropolis" pitchFamily="2" charset="77"/>
              </a:rPr>
              <a:t> costs</a:t>
            </a:r>
            <a:r>
              <a:rPr lang="en-GB" sz="1600" b="0" i="0" u="none" strike="noStrike" dirty="0">
                <a:solidFill>
                  <a:srgbClr val="000000"/>
                </a:solidFill>
                <a:effectLst/>
                <a:latin typeface="Metropolis" pitchFamily="2" charset="77"/>
              </a:rPr>
              <a:t>.</a:t>
            </a:r>
            <a:endParaRPr lang="en-US" sz="2000" dirty="0">
              <a:solidFill>
                <a:schemeClr val="tx1"/>
              </a:solidFill>
              <a:latin typeface="Metropolis" pitchFamily="2" charset="77"/>
            </a:endParaRPr>
          </a:p>
        </p:txBody>
      </p:sp>
      <p:pic>
        <p:nvPicPr>
          <p:cNvPr id="4" name="Picture 2">
            <a:extLst>
              <a:ext uri="{FF2B5EF4-FFF2-40B4-BE49-F238E27FC236}">
                <a16:creationId xmlns:a16="http://schemas.microsoft.com/office/drawing/2014/main" id="{1C99598B-C7D5-C1A3-C0B9-3CFBF4B3987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6286533" y="2847661"/>
            <a:ext cx="437306" cy="58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533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50FC5-0D0C-F8F0-88C8-59FF1CCAAA6A}"/>
            </a:ext>
          </a:extLst>
        </p:cNvPr>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80EA8D9-F7DF-CA15-19C0-70135108335B}"/>
              </a:ext>
            </a:extLst>
          </p:cNvPr>
          <p:cNvPicPr>
            <a:picLocks noChangeAspect="1"/>
          </p:cNvPicPr>
          <p:nvPr/>
        </p:nvPicPr>
        <p:blipFill>
          <a:blip r:embed="rId3"/>
          <a:stretch>
            <a:fillRect/>
          </a:stretch>
        </p:blipFill>
        <p:spPr>
          <a:xfrm>
            <a:off x="0" y="0"/>
            <a:ext cx="12192000" cy="6858000"/>
          </a:xfrm>
          <a:prstGeom prst="rect">
            <a:avLst/>
          </a:prstGeom>
        </p:spPr>
      </p:pic>
      <p:sp>
        <p:nvSpPr>
          <p:cNvPr id="3" name="Titre 1">
            <a:extLst>
              <a:ext uri="{FF2B5EF4-FFF2-40B4-BE49-F238E27FC236}">
                <a16:creationId xmlns:a16="http://schemas.microsoft.com/office/drawing/2014/main" id="{F5711C97-8DA8-E06D-A2C0-F3FF9CE4A66C}"/>
              </a:ext>
            </a:extLst>
          </p:cNvPr>
          <p:cNvSpPr>
            <a:spLocks noGrp="1"/>
          </p:cNvSpPr>
          <p:nvPr>
            <p:ph type="title"/>
          </p:nvPr>
        </p:nvSpPr>
        <p:spPr>
          <a:xfrm>
            <a:off x="429990" y="2244683"/>
            <a:ext cx="11332020" cy="2368633"/>
          </a:xfrm>
          <a:noFill/>
          <a:ln>
            <a:noFill/>
          </a:ln>
          <a:effectLst>
            <a:outerShdw blurRad="487818" dist="515678" dir="3000000" sx="179000" sy="179000" algn="tl" rotWithShape="0">
              <a:schemeClr val="tx1">
                <a:alpha val="74000"/>
              </a:schemeClr>
            </a:outerShdw>
          </a:effectLst>
          <a:scene3d>
            <a:camera prst="orthographicFront">
              <a:rot lat="0" lon="0" rev="0"/>
            </a:camera>
            <a:lightRig rig="brightRoom" dir="t">
              <a:rot lat="0" lon="0" rev="600000"/>
            </a:lightRig>
          </a:scene3d>
          <a:sp3d prstMaterial="metal">
            <a:bevelT w="38100" h="57150" prst="angle"/>
          </a:sp3d>
        </p:spPr>
        <p:txBody>
          <a:bodyPr anchor="ctr">
            <a:normAutofit/>
          </a:bodyPr>
          <a:lstStyle/>
          <a:p>
            <a:pPr>
              <a:lnSpc>
                <a:spcPct val="100000"/>
              </a:lnSpc>
              <a:spcAft>
                <a:spcPts val="6000"/>
              </a:spcAft>
            </a:pPr>
            <a:r>
              <a:rPr lang="fr-FR" sz="5400" b="0" dirty="0">
                <a:solidFill>
                  <a:schemeClr val="bg1"/>
                </a:solidFill>
                <a:latin typeface="Metropolis" panose="00000500000000000000" pitchFamily="50" charset="0"/>
              </a:rPr>
              <a:t>PART II</a:t>
            </a:r>
            <a:br>
              <a:rPr lang="fr-FR" sz="5400" b="0" dirty="0">
                <a:solidFill>
                  <a:schemeClr val="bg1"/>
                </a:solidFill>
                <a:latin typeface="Metropolis Black" panose="00000A00000000000000" pitchFamily="50" charset="0"/>
              </a:rPr>
            </a:br>
            <a:r>
              <a:rPr lang="en-US" sz="5400" b="0" dirty="0">
                <a:solidFill>
                  <a:schemeClr val="bg1"/>
                </a:solidFill>
                <a:highlight>
                  <a:srgbClr val="E10014"/>
                </a:highlight>
                <a:latin typeface="Metropolis Black" panose="00000A00000000000000" pitchFamily="50" charset="0"/>
              </a:rPr>
              <a:t>How does an AL model work ?</a:t>
            </a:r>
            <a:endParaRPr lang="fr-FR" sz="5400" b="0" dirty="0">
              <a:solidFill>
                <a:schemeClr val="bg1"/>
              </a:solidFill>
              <a:highlight>
                <a:srgbClr val="E10014"/>
              </a:highlight>
              <a:latin typeface="Metropolis Black" panose="00000A00000000000000" pitchFamily="50" charset="0"/>
            </a:endParaRPr>
          </a:p>
        </p:txBody>
      </p:sp>
    </p:spTree>
    <p:extLst>
      <p:ext uri="{BB962C8B-B14F-4D97-AF65-F5344CB8AC3E}">
        <p14:creationId xmlns:p14="http://schemas.microsoft.com/office/powerpoint/2010/main" val="184483467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64459DE-71A5-8B49-A0E9-2A9F2383404D}"/>
              </a:ext>
            </a:extLst>
          </p:cNvPr>
          <p:cNvSpPr/>
          <p:nvPr/>
        </p:nvSpPr>
        <p:spPr>
          <a:xfrm>
            <a:off x="48608" y="5351646"/>
            <a:ext cx="1771048" cy="1506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D0353D9D-190A-4648-BD78-A707F0D23D12}"/>
              </a:ext>
            </a:extLst>
          </p:cNvPr>
          <p:cNvSpPr>
            <a:spLocks noGrp="1"/>
          </p:cNvSpPr>
          <p:nvPr>
            <p:ph type="title"/>
          </p:nvPr>
        </p:nvSpPr>
        <p:spPr/>
        <p:txBody>
          <a:bodyPr/>
          <a:lstStyle/>
          <a:p>
            <a:r>
              <a:rPr lang="en-US" sz="4000" b="0" dirty="0">
                <a:solidFill>
                  <a:schemeClr val="bg1"/>
                </a:solidFill>
                <a:highlight>
                  <a:srgbClr val="E10014"/>
                </a:highlight>
                <a:latin typeface="Metropolis Black" panose="00000A00000000000000" pitchFamily="50" charset="0"/>
              </a:rPr>
              <a:t>How does an AL model work ?</a:t>
            </a:r>
            <a:endParaRPr lang="fr-FR" sz="4000" dirty="0"/>
          </a:p>
        </p:txBody>
      </p:sp>
      <p:sp>
        <p:nvSpPr>
          <p:cNvPr id="10" name="Rectangle 9">
            <a:extLst>
              <a:ext uri="{FF2B5EF4-FFF2-40B4-BE49-F238E27FC236}">
                <a16:creationId xmlns:a16="http://schemas.microsoft.com/office/drawing/2014/main" id="{44DD5420-C384-EACA-3705-DA710EF8FE54}"/>
              </a:ext>
            </a:extLst>
          </p:cNvPr>
          <p:cNvSpPr/>
          <p:nvPr/>
        </p:nvSpPr>
        <p:spPr>
          <a:xfrm>
            <a:off x="2471325" y="1625726"/>
            <a:ext cx="2065705" cy="106070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6" name="Rectangle 15">
            <a:extLst>
              <a:ext uri="{FF2B5EF4-FFF2-40B4-BE49-F238E27FC236}">
                <a16:creationId xmlns:a16="http://schemas.microsoft.com/office/drawing/2014/main" id="{BC885CC6-38EC-BE29-AE96-EF7BE66FC8A6}"/>
              </a:ext>
            </a:extLst>
          </p:cNvPr>
          <p:cNvSpPr/>
          <p:nvPr/>
        </p:nvSpPr>
        <p:spPr>
          <a:xfrm>
            <a:off x="4570100" y="1625726"/>
            <a:ext cx="4339754" cy="106070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7" name="Rectangle 16">
            <a:extLst>
              <a:ext uri="{FF2B5EF4-FFF2-40B4-BE49-F238E27FC236}">
                <a16:creationId xmlns:a16="http://schemas.microsoft.com/office/drawing/2014/main" id="{4C6E7282-2DB8-062A-9AA7-ED77AC2E432F}"/>
              </a:ext>
            </a:extLst>
          </p:cNvPr>
          <p:cNvSpPr/>
          <p:nvPr/>
        </p:nvSpPr>
        <p:spPr>
          <a:xfrm>
            <a:off x="9254322" y="1625726"/>
            <a:ext cx="1947627" cy="106070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22" name="TextBox 21">
            <a:extLst>
              <a:ext uri="{FF2B5EF4-FFF2-40B4-BE49-F238E27FC236}">
                <a16:creationId xmlns:a16="http://schemas.microsoft.com/office/drawing/2014/main" id="{4FAA851A-C86F-5BE1-F3B0-7274D1D21D50}"/>
              </a:ext>
            </a:extLst>
          </p:cNvPr>
          <p:cNvSpPr txBox="1"/>
          <p:nvPr/>
        </p:nvSpPr>
        <p:spPr>
          <a:xfrm>
            <a:off x="2915671" y="1729341"/>
            <a:ext cx="1227564" cy="384048"/>
          </a:xfrm>
          <a:prstGeom prst="rect">
            <a:avLst/>
          </a:prstGeom>
          <a:noFill/>
        </p:spPr>
        <p:txBody>
          <a:bodyPr wrap="square" rtlCol="0">
            <a:spAutoFit/>
          </a:bodyPr>
          <a:lstStyle/>
          <a:p>
            <a:pPr algn="ctr"/>
            <a:r>
              <a:rPr lang="en-FR" b="1" dirty="0"/>
              <a:t>TRAIN</a:t>
            </a:r>
          </a:p>
        </p:txBody>
      </p:sp>
      <p:sp>
        <p:nvSpPr>
          <p:cNvPr id="23" name="TextBox 22">
            <a:extLst>
              <a:ext uri="{FF2B5EF4-FFF2-40B4-BE49-F238E27FC236}">
                <a16:creationId xmlns:a16="http://schemas.microsoft.com/office/drawing/2014/main" id="{65B3AF65-6C48-B598-47F9-17D58584561B}"/>
              </a:ext>
            </a:extLst>
          </p:cNvPr>
          <p:cNvSpPr txBox="1"/>
          <p:nvPr/>
        </p:nvSpPr>
        <p:spPr>
          <a:xfrm>
            <a:off x="6324839" y="1729341"/>
            <a:ext cx="830274" cy="384048"/>
          </a:xfrm>
          <a:prstGeom prst="rect">
            <a:avLst/>
          </a:prstGeom>
          <a:noFill/>
        </p:spPr>
        <p:txBody>
          <a:bodyPr wrap="square" rtlCol="0">
            <a:spAutoFit/>
          </a:bodyPr>
          <a:lstStyle/>
          <a:p>
            <a:pPr algn="ctr"/>
            <a:r>
              <a:rPr lang="en-FR" b="1" dirty="0"/>
              <a:t>POOL</a:t>
            </a:r>
          </a:p>
        </p:txBody>
      </p:sp>
      <p:sp>
        <p:nvSpPr>
          <p:cNvPr id="24" name="TextBox 23">
            <a:extLst>
              <a:ext uri="{FF2B5EF4-FFF2-40B4-BE49-F238E27FC236}">
                <a16:creationId xmlns:a16="http://schemas.microsoft.com/office/drawing/2014/main" id="{61A27114-7977-010F-DAC9-63DE8BB6E76D}"/>
              </a:ext>
            </a:extLst>
          </p:cNvPr>
          <p:cNvSpPr txBox="1"/>
          <p:nvPr/>
        </p:nvSpPr>
        <p:spPr>
          <a:xfrm>
            <a:off x="9853253" y="1735835"/>
            <a:ext cx="830274" cy="384048"/>
          </a:xfrm>
          <a:prstGeom prst="rect">
            <a:avLst/>
          </a:prstGeom>
          <a:noFill/>
        </p:spPr>
        <p:txBody>
          <a:bodyPr wrap="square" rtlCol="0">
            <a:spAutoFit/>
          </a:bodyPr>
          <a:lstStyle/>
          <a:p>
            <a:pPr algn="ctr"/>
            <a:r>
              <a:rPr lang="en-FR" b="1" dirty="0"/>
              <a:t>TEST</a:t>
            </a:r>
          </a:p>
        </p:txBody>
      </p:sp>
      <p:sp>
        <p:nvSpPr>
          <p:cNvPr id="25" name="TextBox 24">
            <a:extLst>
              <a:ext uri="{FF2B5EF4-FFF2-40B4-BE49-F238E27FC236}">
                <a16:creationId xmlns:a16="http://schemas.microsoft.com/office/drawing/2014/main" id="{A3587E79-1C1D-F1BD-ECA8-274021DD3D34}"/>
              </a:ext>
            </a:extLst>
          </p:cNvPr>
          <p:cNvSpPr txBox="1"/>
          <p:nvPr/>
        </p:nvSpPr>
        <p:spPr>
          <a:xfrm>
            <a:off x="9591757" y="2259283"/>
            <a:ext cx="1403825" cy="230832"/>
          </a:xfrm>
          <a:prstGeom prst="rect">
            <a:avLst/>
          </a:prstGeom>
          <a:noFill/>
        </p:spPr>
        <p:txBody>
          <a:bodyPr wrap="square" rtlCol="0">
            <a:spAutoFit/>
          </a:bodyPr>
          <a:lstStyle/>
          <a:p>
            <a:r>
              <a:rPr lang="en-GB" sz="900" b="1" dirty="0"/>
              <a:t>t</a:t>
            </a:r>
            <a:r>
              <a:rPr lang="en-FR" sz="900" b="1" dirty="0"/>
              <a:t>est_ratio </a:t>
            </a:r>
            <a:r>
              <a:rPr lang="en-FR" sz="900" dirty="0"/>
              <a:t>: ne change pas</a:t>
            </a:r>
          </a:p>
        </p:txBody>
      </p:sp>
      <p:sp>
        <p:nvSpPr>
          <p:cNvPr id="26" name="TextBox 25">
            <a:extLst>
              <a:ext uri="{FF2B5EF4-FFF2-40B4-BE49-F238E27FC236}">
                <a16:creationId xmlns:a16="http://schemas.microsoft.com/office/drawing/2014/main" id="{494FE2A7-A904-2740-3A7A-3B478AE3F1CC}"/>
              </a:ext>
            </a:extLst>
          </p:cNvPr>
          <p:cNvSpPr txBox="1"/>
          <p:nvPr/>
        </p:nvSpPr>
        <p:spPr>
          <a:xfrm>
            <a:off x="2471325" y="2259283"/>
            <a:ext cx="2191410" cy="230832"/>
          </a:xfrm>
          <a:prstGeom prst="rect">
            <a:avLst/>
          </a:prstGeom>
          <a:noFill/>
        </p:spPr>
        <p:txBody>
          <a:bodyPr wrap="square" rtlCol="0">
            <a:spAutoFit/>
          </a:bodyPr>
          <a:lstStyle/>
          <a:p>
            <a:pPr algn="ctr"/>
            <a:r>
              <a:rPr lang="fr-FR" sz="900" b="1" dirty="0" err="1"/>
              <a:t>train_ratio</a:t>
            </a:r>
            <a:r>
              <a:rPr lang="fr-FR" sz="900" b="1" dirty="0"/>
              <a:t> = </a:t>
            </a:r>
            <a:r>
              <a:rPr lang="fr-FR" sz="900" b="1" dirty="0" err="1">
                <a:solidFill>
                  <a:schemeClr val="tx1"/>
                </a:solidFill>
              </a:rPr>
              <a:t>labeled_ratio</a:t>
            </a:r>
            <a:r>
              <a:rPr lang="fr-FR" sz="900" b="1" dirty="0">
                <a:solidFill>
                  <a:schemeClr val="tx1"/>
                </a:solidFill>
              </a:rPr>
              <a:t> </a:t>
            </a:r>
          </a:p>
        </p:txBody>
      </p:sp>
      <p:sp>
        <p:nvSpPr>
          <p:cNvPr id="29" name="TextBox 28">
            <a:extLst>
              <a:ext uri="{FF2B5EF4-FFF2-40B4-BE49-F238E27FC236}">
                <a16:creationId xmlns:a16="http://schemas.microsoft.com/office/drawing/2014/main" id="{7317CAB1-D743-8888-E4FC-5B17F398B377}"/>
              </a:ext>
            </a:extLst>
          </p:cNvPr>
          <p:cNvSpPr txBox="1"/>
          <p:nvPr/>
        </p:nvSpPr>
        <p:spPr>
          <a:xfrm>
            <a:off x="5446574" y="2244044"/>
            <a:ext cx="2586803" cy="230832"/>
          </a:xfrm>
          <a:prstGeom prst="rect">
            <a:avLst/>
          </a:prstGeom>
          <a:noFill/>
        </p:spPr>
        <p:txBody>
          <a:bodyPr wrap="square" rtlCol="0">
            <a:spAutoFit/>
          </a:bodyPr>
          <a:lstStyle/>
          <a:p>
            <a:pPr algn="ctr"/>
            <a:r>
              <a:rPr lang="fr-FR" sz="900" b="1" dirty="0" err="1"/>
              <a:t>pool_ratio</a:t>
            </a:r>
            <a:r>
              <a:rPr lang="fr-FR" sz="900" b="1" dirty="0"/>
              <a:t> = 1 – </a:t>
            </a:r>
            <a:r>
              <a:rPr lang="fr-FR" sz="900" b="1" dirty="0" err="1"/>
              <a:t>labeled_ratio</a:t>
            </a:r>
            <a:endParaRPr lang="fr-FR" sz="900" b="1" dirty="0">
              <a:solidFill>
                <a:schemeClr val="tx1"/>
              </a:solidFill>
            </a:endParaRPr>
          </a:p>
        </p:txBody>
      </p:sp>
      <p:sp>
        <p:nvSpPr>
          <p:cNvPr id="33" name="Rectangle 32">
            <a:extLst>
              <a:ext uri="{FF2B5EF4-FFF2-40B4-BE49-F238E27FC236}">
                <a16:creationId xmlns:a16="http://schemas.microsoft.com/office/drawing/2014/main" id="{96DA1A4C-A009-86A9-30BC-223CA97CF1B8}"/>
              </a:ext>
            </a:extLst>
          </p:cNvPr>
          <p:cNvSpPr/>
          <p:nvPr/>
        </p:nvSpPr>
        <p:spPr>
          <a:xfrm>
            <a:off x="2471325" y="3740894"/>
            <a:ext cx="2160000" cy="106070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34" name="Rectangle 33">
            <a:extLst>
              <a:ext uri="{FF2B5EF4-FFF2-40B4-BE49-F238E27FC236}">
                <a16:creationId xmlns:a16="http://schemas.microsoft.com/office/drawing/2014/main" id="{F00EE0F0-D4D6-9A7D-6096-A4C31BEF7180}"/>
              </a:ext>
            </a:extLst>
          </p:cNvPr>
          <p:cNvSpPr/>
          <p:nvPr/>
        </p:nvSpPr>
        <p:spPr>
          <a:xfrm>
            <a:off x="4662734" y="3740894"/>
            <a:ext cx="4247119" cy="106070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35" name="Rectangle 34">
            <a:extLst>
              <a:ext uri="{FF2B5EF4-FFF2-40B4-BE49-F238E27FC236}">
                <a16:creationId xmlns:a16="http://schemas.microsoft.com/office/drawing/2014/main" id="{9D1EFE36-BF07-30F9-FA09-F223AC7AF1F5}"/>
              </a:ext>
            </a:extLst>
          </p:cNvPr>
          <p:cNvSpPr/>
          <p:nvPr/>
        </p:nvSpPr>
        <p:spPr>
          <a:xfrm>
            <a:off x="9254322" y="3740894"/>
            <a:ext cx="1947627" cy="106070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36" name="TextBox 35">
            <a:extLst>
              <a:ext uri="{FF2B5EF4-FFF2-40B4-BE49-F238E27FC236}">
                <a16:creationId xmlns:a16="http://schemas.microsoft.com/office/drawing/2014/main" id="{7C58D517-7A54-8AE3-833A-1493DE901889}"/>
              </a:ext>
            </a:extLst>
          </p:cNvPr>
          <p:cNvSpPr txBox="1"/>
          <p:nvPr/>
        </p:nvSpPr>
        <p:spPr>
          <a:xfrm>
            <a:off x="2915671" y="3844509"/>
            <a:ext cx="1227564" cy="384048"/>
          </a:xfrm>
          <a:prstGeom prst="rect">
            <a:avLst/>
          </a:prstGeom>
          <a:noFill/>
        </p:spPr>
        <p:txBody>
          <a:bodyPr wrap="square" rtlCol="0">
            <a:spAutoFit/>
          </a:bodyPr>
          <a:lstStyle/>
          <a:p>
            <a:pPr algn="ctr"/>
            <a:r>
              <a:rPr lang="en-FR" b="1" dirty="0"/>
              <a:t>TRAIN</a:t>
            </a:r>
          </a:p>
        </p:txBody>
      </p:sp>
      <p:sp>
        <p:nvSpPr>
          <p:cNvPr id="37" name="TextBox 36">
            <a:extLst>
              <a:ext uri="{FF2B5EF4-FFF2-40B4-BE49-F238E27FC236}">
                <a16:creationId xmlns:a16="http://schemas.microsoft.com/office/drawing/2014/main" id="{CA79B3B1-227A-A8F9-D08E-78A326A7ECF3}"/>
              </a:ext>
            </a:extLst>
          </p:cNvPr>
          <p:cNvSpPr txBox="1"/>
          <p:nvPr/>
        </p:nvSpPr>
        <p:spPr>
          <a:xfrm>
            <a:off x="6371155" y="3844509"/>
            <a:ext cx="830274" cy="384048"/>
          </a:xfrm>
          <a:prstGeom prst="rect">
            <a:avLst/>
          </a:prstGeom>
          <a:noFill/>
        </p:spPr>
        <p:txBody>
          <a:bodyPr wrap="square" rtlCol="0">
            <a:spAutoFit/>
          </a:bodyPr>
          <a:lstStyle/>
          <a:p>
            <a:pPr algn="ctr"/>
            <a:r>
              <a:rPr lang="en-FR" b="1" dirty="0"/>
              <a:t>POOL</a:t>
            </a:r>
          </a:p>
        </p:txBody>
      </p:sp>
      <p:sp>
        <p:nvSpPr>
          <p:cNvPr id="38" name="TextBox 37">
            <a:extLst>
              <a:ext uri="{FF2B5EF4-FFF2-40B4-BE49-F238E27FC236}">
                <a16:creationId xmlns:a16="http://schemas.microsoft.com/office/drawing/2014/main" id="{5DD14C4E-0E44-2A98-EA13-EF10E0EF6073}"/>
              </a:ext>
            </a:extLst>
          </p:cNvPr>
          <p:cNvSpPr txBox="1"/>
          <p:nvPr/>
        </p:nvSpPr>
        <p:spPr>
          <a:xfrm>
            <a:off x="9853253" y="3851003"/>
            <a:ext cx="830274" cy="384048"/>
          </a:xfrm>
          <a:prstGeom prst="rect">
            <a:avLst/>
          </a:prstGeom>
          <a:noFill/>
        </p:spPr>
        <p:txBody>
          <a:bodyPr wrap="square" rtlCol="0">
            <a:spAutoFit/>
          </a:bodyPr>
          <a:lstStyle/>
          <a:p>
            <a:pPr algn="ctr"/>
            <a:r>
              <a:rPr lang="en-FR" b="1" dirty="0"/>
              <a:t>TEST</a:t>
            </a:r>
          </a:p>
        </p:txBody>
      </p:sp>
      <p:sp>
        <p:nvSpPr>
          <p:cNvPr id="39" name="TextBox 38">
            <a:extLst>
              <a:ext uri="{FF2B5EF4-FFF2-40B4-BE49-F238E27FC236}">
                <a16:creationId xmlns:a16="http://schemas.microsoft.com/office/drawing/2014/main" id="{807A9477-2654-2FED-6089-D79F6F753AF2}"/>
              </a:ext>
            </a:extLst>
          </p:cNvPr>
          <p:cNvSpPr txBox="1"/>
          <p:nvPr/>
        </p:nvSpPr>
        <p:spPr>
          <a:xfrm>
            <a:off x="9591757" y="4374451"/>
            <a:ext cx="1403825" cy="230832"/>
          </a:xfrm>
          <a:prstGeom prst="rect">
            <a:avLst/>
          </a:prstGeom>
          <a:noFill/>
        </p:spPr>
        <p:txBody>
          <a:bodyPr wrap="square" rtlCol="0">
            <a:spAutoFit/>
          </a:bodyPr>
          <a:lstStyle/>
          <a:p>
            <a:r>
              <a:rPr lang="en-GB" sz="900" b="1" dirty="0"/>
              <a:t>t</a:t>
            </a:r>
            <a:r>
              <a:rPr lang="en-FR" sz="900" b="1" dirty="0"/>
              <a:t>est_ratio </a:t>
            </a:r>
            <a:r>
              <a:rPr lang="en-FR" sz="900" dirty="0"/>
              <a:t>: ne change pas</a:t>
            </a:r>
          </a:p>
        </p:txBody>
      </p:sp>
      <p:sp>
        <p:nvSpPr>
          <p:cNvPr id="40" name="TextBox 39">
            <a:extLst>
              <a:ext uri="{FF2B5EF4-FFF2-40B4-BE49-F238E27FC236}">
                <a16:creationId xmlns:a16="http://schemas.microsoft.com/office/drawing/2014/main" id="{B30076F2-BA73-F4E5-F077-921957B167A3}"/>
              </a:ext>
            </a:extLst>
          </p:cNvPr>
          <p:cNvSpPr txBox="1"/>
          <p:nvPr/>
        </p:nvSpPr>
        <p:spPr>
          <a:xfrm>
            <a:off x="2471325" y="4391827"/>
            <a:ext cx="2098775" cy="230832"/>
          </a:xfrm>
          <a:prstGeom prst="rect">
            <a:avLst/>
          </a:prstGeom>
          <a:noFill/>
        </p:spPr>
        <p:txBody>
          <a:bodyPr wrap="square" rtlCol="0">
            <a:spAutoFit/>
          </a:bodyPr>
          <a:lstStyle/>
          <a:p>
            <a:pPr algn="ctr"/>
            <a:r>
              <a:rPr lang="fr-FR" sz="900" dirty="0" err="1"/>
              <a:t>train_ratio</a:t>
            </a:r>
            <a:r>
              <a:rPr lang="fr-FR" sz="900" dirty="0"/>
              <a:t> = </a:t>
            </a:r>
            <a:r>
              <a:rPr lang="fr-FR" sz="900" dirty="0" err="1">
                <a:solidFill>
                  <a:schemeClr val="tx1"/>
                </a:solidFill>
              </a:rPr>
              <a:t>labeled_ratio</a:t>
            </a:r>
            <a:r>
              <a:rPr lang="fr-FR" sz="900" dirty="0">
                <a:solidFill>
                  <a:schemeClr val="tx1"/>
                </a:solidFill>
              </a:rPr>
              <a:t> </a:t>
            </a:r>
            <a:r>
              <a:rPr lang="fr-FR" sz="900" b="1" dirty="0">
                <a:solidFill>
                  <a:schemeClr val="tx1"/>
                </a:solidFill>
              </a:rPr>
              <a:t>+ batch ratio</a:t>
            </a:r>
          </a:p>
        </p:txBody>
      </p:sp>
      <p:sp>
        <p:nvSpPr>
          <p:cNvPr id="41" name="TextBox 40">
            <a:extLst>
              <a:ext uri="{FF2B5EF4-FFF2-40B4-BE49-F238E27FC236}">
                <a16:creationId xmlns:a16="http://schemas.microsoft.com/office/drawing/2014/main" id="{902A831C-9F63-EE46-B1D2-4ACDE5EE3622}"/>
              </a:ext>
            </a:extLst>
          </p:cNvPr>
          <p:cNvSpPr txBox="1"/>
          <p:nvPr/>
        </p:nvSpPr>
        <p:spPr>
          <a:xfrm>
            <a:off x="5492891" y="4399242"/>
            <a:ext cx="2586803" cy="230832"/>
          </a:xfrm>
          <a:prstGeom prst="rect">
            <a:avLst/>
          </a:prstGeom>
          <a:noFill/>
        </p:spPr>
        <p:txBody>
          <a:bodyPr wrap="square" rtlCol="0">
            <a:spAutoFit/>
          </a:bodyPr>
          <a:lstStyle/>
          <a:p>
            <a:pPr algn="ctr"/>
            <a:r>
              <a:rPr lang="fr-FR" sz="900" dirty="0" err="1"/>
              <a:t>pool_ratio</a:t>
            </a:r>
            <a:r>
              <a:rPr lang="fr-FR" sz="900" dirty="0"/>
              <a:t> = 1 – </a:t>
            </a:r>
            <a:r>
              <a:rPr lang="fr-FR" sz="900" dirty="0" err="1"/>
              <a:t>labeled_ratio</a:t>
            </a:r>
            <a:r>
              <a:rPr lang="fr-FR" sz="900" dirty="0"/>
              <a:t> </a:t>
            </a:r>
            <a:r>
              <a:rPr lang="fr-FR" sz="900" b="1" dirty="0"/>
              <a:t>– </a:t>
            </a:r>
            <a:r>
              <a:rPr lang="fr-FR" sz="900" b="1" dirty="0" err="1"/>
              <a:t>batch_ratio</a:t>
            </a:r>
            <a:endParaRPr lang="fr-FR" sz="900" b="1" dirty="0">
              <a:solidFill>
                <a:schemeClr val="tx1"/>
              </a:solidFill>
            </a:endParaRPr>
          </a:p>
        </p:txBody>
      </p:sp>
      <p:sp>
        <p:nvSpPr>
          <p:cNvPr id="42" name="Rectangle : coins arrondis 18">
            <a:extLst>
              <a:ext uri="{FF2B5EF4-FFF2-40B4-BE49-F238E27FC236}">
                <a16:creationId xmlns:a16="http://schemas.microsoft.com/office/drawing/2014/main" id="{28979955-99F5-7809-AE9D-50D084C16CBF}"/>
              </a:ext>
            </a:extLst>
          </p:cNvPr>
          <p:cNvSpPr/>
          <p:nvPr/>
        </p:nvSpPr>
        <p:spPr>
          <a:xfrm>
            <a:off x="293914" y="4050982"/>
            <a:ext cx="1971044"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a:solidFill>
                  <a:schemeClr val="tx1"/>
                </a:solidFill>
              </a:rPr>
              <a:t>Après Itération 1</a:t>
            </a:r>
            <a:endParaRPr lang="en-FR" sz="1050" b="1" dirty="0">
              <a:solidFill>
                <a:schemeClr val="tx1"/>
              </a:solidFill>
            </a:endParaRPr>
          </a:p>
        </p:txBody>
      </p:sp>
      <p:sp>
        <p:nvSpPr>
          <p:cNvPr id="43" name="Rectangle 42">
            <a:extLst>
              <a:ext uri="{FF2B5EF4-FFF2-40B4-BE49-F238E27FC236}">
                <a16:creationId xmlns:a16="http://schemas.microsoft.com/office/drawing/2014/main" id="{7A9C4299-8412-045E-E636-D324E1D1DF67}"/>
              </a:ext>
            </a:extLst>
          </p:cNvPr>
          <p:cNvSpPr/>
          <p:nvPr/>
        </p:nvSpPr>
        <p:spPr>
          <a:xfrm>
            <a:off x="2471325" y="5496888"/>
            <a:ext cx="2448000" cy="106070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44" name="Rectangle 43">
            <a:extLst>
              <a:ext uri="{FF2B5EF4-FFF2-40B4-BE49-F238E27FC236}">
                <a16:creationId xmlns:a16="http://schemas.microsoft.com/office/drawing/2014/main" id="{67866B10-2008-A674-6001-D6A225DF64B4}"/>
              </a:ext>
            </a:extLst>
          </p:cNvPr>
          <p:cNvSpPr/>
          <p:nvPr/>
        </p:nvSpPr>
        <p:spPr>
          <a:xfrm>
            <a:off x="4968760" y="5496888"/>
            <a:ext cx="3941093" cy="106070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45" name="Rectangle 44">
            <a:extLst>
              <a:ext uri="{FF2B5EF4-FFF2-40B4-BE49-F238E27FC236}">
                <a16:creationId xmlns:a16="http://schemas.microsoft.com/office/drawing/2014/main" id="{D25E74A7-5882-A4C8-1BE9-9E0B1875F268}"/>
              </a:ext>
            </a:extLst>
          </p:cNvPr>
          <p:cNvSpPr/>
          <p:nvPr/>
        </p:nvSpPr>
        <p:spPr>
          <a:xfrm>
            <a:off x="9254322" y="5496888"/>
            <a:ext cx="1947627" cy="106070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46" name="TextBox 45">
            <a:extLst>
              <a:ext uri="{FF2B5EF4-FFF2-40B4-BE49-F238E27FC236}">
                <a16:creationId xmlns:a16="http://schemas.microsoft.com/office/drawing/2014/main" id="{8E1C61D4-E169-724C-7F23-41373DE395B8}"/>
              </a:ext>
            </a:extLst>
          </p:cNvPr>
          <p:cNvSpPr txBox="1"/>
          <p:nvPr/>
        </p:nvSpPr>
        <p:spPr>
          <a:xfrm>
            <a:off x="3081543" y="5600503"/>
            <a:ext cx="1227564" cy="384048"/>
          </a:xfrm>
          <a:prstGeom prst="rect">
            <a:avLst/>
          </a:prstGeom>
          <a:noFill/>
        </p:spPr>
        <p:txBody>
          <a:bodyPr wrap="square" rtlCol="0">
            <a:spAutoFit/>
          </a:bodyPr>
          <a:lstStyle/>
          <a:p>
            <a:pPr algn="ctr"/>
            <a:r>
              <a:rPr lang="en-FR" b="1" dirty="0"/>
              <a:t>TRAIN</a:t>
            </a:r>
          </a:p>
        </p:txBody>
      </p:sp>
      <p:sp>
        <p:nvSpPr>
          <p:cNvPr id="47" name="TextBox 46">
            <a:extLst>
              <a:ext uri="{FF2B5EF4-FFF2-40B4-BE49-F238E27FC236}">
                <a16:creationId xmlns:a16="http://schemas.microsoft.com/office/drawing/2014/main" id="{B97642B3-2225-3FEC-6156-36D6922539E3}"/>
              </a:ext>
            </a:extLst>
          </p:cNvPr>
          <p:cNvSpPr txBox="1"/>
          <p:nvPr/>
        </p:nvSpPr>
        <p:spPr>
          <a:xfrm>
            <a:off x="6524169" y="5589127"/>
            <a:ext cx="830274" cy="384048"/>
          </a:xfrm>
          <a:prstGeom prst="rect">
            <a:avLst/>
          </a:prstGeom>
          <a:noFill/>
        </p:spPr>
        <p:txBody>
          <a:bodyPr wrap="square" rtlCol="0">
            <a:spAutoFit/>
          </a:bodyPr>
          <a:lstStyle/>
          <a:p>
            <a:pPr algn="ctr"/>
            <a:r>
              <a:rPr lang="en-FR" b="1" dirty="0"/>
              <a:t>POOL</a:t>
            </a:r>
          </a:p>
        </p:txBody>
      </p:sp>
      <p:sp>
        <p:nvSpPr>
          <p:cNvPr id="48" name="TextBox 47">
            <a:extLst>
              <a:ext uri="{FF2B5EF4-FFF2-40B4-BE49-F238E27FC236}">
                <a16:creationId xmlns:a16="http://schemas.microsoft.com/office/drawing/2014/main" id="{34E1633E-226D-2DBE-DD6C-DD5419EEA69D}"/>
              </a:ext>
            </a:extLst>
          </p:cNvPr>
          <p:cNvSpPr txBox="1"/>
          <p:nvPr/>
        </p:nvSpPr>
        <p:spPr>
          <a:xfrm>
            <a:off x="9853253" y="5606997"/>
            <a:ext cx="830274" cy="384048"/>
          </a:xfrm>
          <a:prstGeom prst="rect">
            <a:avLst/>
          </a:prstGeom>
          <a:noFill/>
        </p:spPr>
        <p:txBody>
          <a:bodyPr wrap="square" rtlCol="0">
            <a:spAutoFit/>
          </a:bodyPr>
          <a:lstStyle/>
          <a:p>
            <a:pPr algn="ctr"/>
            <a:r>
              <a:rPr lang="en-FR" b="1" dirty="0"/>
              <a:t>TEST</a:t>
            </a:r>
          </a:p>
        </p:txBody>
      </p:sp>
      <p:sp>
        <p:nvSpPr>
          <p:cNvPr id="49" name="TextBox 48">
            <a:extLst>
              <a:ext uri="{FF2B5EF4-FFF2-40B4-BE49-F238E27FC236}">
                <a16:creationId xmlns:a16="http://schemas.microsoft.com/office/drawing/2014/main" id="{A37F324E-D8B5-21A1-BA72-E5FC67D6AC13}"/>
              </a:ext>
            </a:extLst>
          </p:cNvPr>
          <p:cNvSpPr txBox="1"/>
          <p:nvPr/>
        </p:nvSpPr>
        <p:spPr>
          <a:xfrm>
            <a:off x="9591757" y="6130445"/>
            <a:ext cx="1403825" cy="230832"/>
          </a:xfrm>
          <a:prstGeom prst="rect">
            <a:avLst/>
          </a:prstGeom>
          <a:noFill/>
        </p:spPr>
        <p:txBody>
          <a:bodyPr wrap="square" rtlCol="0">
            <a:spAutoFit/>
          </a:bodyPr>
          <a:lstStyle/>
          <a:p>
            <a:r>
              <a:rPr lang="en-GB" sz="900" b="1" dirty="0"/>
              <a:t>t</a:t>
            </a:r>
            <a:r>
              <a:rPr lang="en-FR" sz="900" b="1" dirty="0"/>
              <a:t>est_ratio </a:t>
            </a:r>
            <a:r>
              <a:rPr lang="en-FR" sz="900" dirty="0"/>
              <a:t>: ne change pas</a:t>
            </a:r>
          </a:p>
        </p:txBody>
      </p:sp>
      <p:sp>
        <p:nvSpPr>
          <p:cNvPr id="50" name="TextBox 49">
            <a:extLst>
              <a:ext uri="{FF2B5EF4-FFF2-40B4-BE49-F238E27FC236}">
                <a16:creationId xmlns:a16="http://schemas.microsoft.com/office/drawing/2014/main" id="{46DD3904-BB82-44FB-23EC-67ABDE9B021F}"/>
              </a:ext>
            </a:extLst>
          </p:cNvPr>
          <p:cNvSpPr txBox="1"/>
          <p:nvPr/>
        </p:nvSpPr>
        <p:spPr>
          <a:xfrm>
            <a:off x="2587731" y="6196968"/>
            <a:ext cx="2311406" cy="230832"/>
          </a:xfrm>
          <a:prstGeom prst="rect">
            <a:avLst/>
          </a:prstGeom>
          <a:noFill/>
        </p:spPr>
        <p:txBody>
          <a:bodyPr wrap="square" rtlCol="0">
            <a:spAutoFit/>
          </a:bodyPr>
          <a:lstStyle/>
          <a:p>
            <a:pPr algn="ctr"/>
            <a:r>
              <a:rPr lang="fr-FR" sz="900" dirty="0" err="1"/>
              <a:t>train_ratio</a:t>
            </a:r>
            <a:r>
              <a:rPr lang="fr-FR" sz="900" dirty="0"/>
              <a:t> = </a:t>
            </a:r>
            <a:r>
              <a:rPr lang="fr-FR" sz="900" dirty="0" err="1">
                <a:solidFill>
                  <a:schemeClr val="tx1"/>
                </a:solidFill>
              </a:rPr>
              <a:t>labeled_ratio</a:t>
            </a:r>
            <a:r>
              <a:rPr lang="fr-FR" sz="900" b="1" dirty="0">
                <a:solidFill>
                  <a:schemeClr val="tx1"/>
                </a:solidFill>
              </a:rPr>
              <a:t> + i*batch ratio</a:t>
            </a:r>
          </a:p>
        </p:txBody>
      </p:sp>
      <p:sp>
        <p:nvSpPr>
          <p:cNvPr id="51" name="TextBox 50">
            <a:extLst>
              <a:ext uri="{FF2B5EF4-FFF2-40B4-BE49-F238E27FC236}">
                <a16:creationId xmlns:a16="http://schemas.microsoft.com/office/drawing/2014/main" id="{6040878D-B227-1A6F-B236-412978FAF109}"/>
              </a:ext>
            </a:extLst>
          </p:cNvPr>
          <p:cNvSpPr txBox="1"/>
          <p:nvPr/>
        </p:nvSpPr>
        <p:spPr>
          <a:xfrm>
            <a:off x="5492891" y="6155236"/>
            <a:ext cx="2586803" cy="230832"/>
          </a:xfrm>
          <a:prstGeom prst="rect">
            <a:avLst/>
          </a:prstGeom>
          <a:noFill/>
        </p:spPr>
        <p:txBody>
          <a:bodyPr wrap="square" rtlCol="0">
            <a:spAutoFit/>
          </a:bodyPr>
          <a:lstStyle/>
          <a:p>
            <a:pPr algn="ctr"/>
            <a:r>
              <a:rPr lang="fr-FR" sz="900" dirty="0" err="1"/>
              <a:t>pool_ratio</a:t>
            </a:r>
            <a:r>
              <a:rPr lang="fr-FR" sz="900" dirty="0"/>
              <a:t> = 1 – </a:t>
            </a:r>
            <a:r>
              <a:rPr lang="fr-FR" sz="900" dirty="0" err="1"/>
              <a:t>labeled_ratio</a:t>
            </a:r>
            <a:r>
              <a:rPr lang="fr-FR" sz="900" dirty="0"/>
              <a:t> </a:t>
            </a:r>
            <a:r>
              <a:rPr lang="fr-FR" sz="900" b="1" dirty="0"/>
              <a:t>– i*</a:t>
            </a:r>
            <a:r>
              <a:rPr lang="fr-FR" sz="900" b="1" dirty="0" err="1"/>
              <a:t>batch_ratio</a:t>
            </a:r>
            <a:endParaRPr lang="fr-FR" sz="900" b="1" dirty="0">
              <a:solidFill>
                <a:schemeClr val="tx1"/>
              </a:solidFill>
            </a:endParaRPr>
          </a:p>
        </p:txBody>
      </p:sp>
      <p:sp>
        <p:nvSpPr>
          <p:cNvPr id="52" name="Rectangle : coins arrondis 18">
            <a:extLst>
              <a:ext uri="{FF2B5EF4-FFF2-40B4-BE49-F238E27FC236}">
                <a16:creationId xmlns:a16="http://schemas.microsoft.com/office/drawing/2014/main" id="{295CC2F1-618F-79BD-519A-494A1D573BCD}"/>
              </a:ext>
            </a:extLst>
          </p:cNvPr>
          <p:cNvSpPr/>
          <p:nvPr/>
        </p:nvSpPr>
        <p:spPr>
          <a:xfrm>
            <a:off x="292958" y="5792527"/>
            <a:ext cx="1971044"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a:solidFill>
                  <a:schemeClr val="tx1"/>
                </a:solidFill>
              </a:rPr>
              <a:t>Après Itération i</a:t>
            </a:r>
            <a:endParaRPr lang="en-FR" sz="1050" b="1" dirty="0">
              <a:solidFill>
                <a:schemeClr val="tx1"/>
              </a:solidFill>
            </a:endParaRPr>
          </a:p>
        </p:txBody>
      </p:sp>
      <p:sp>
        <p:nvSpPr>
          <p:cNvPr id="53" name="Rectangle : coins arrondis 18">
            <a:extLst>
              <a:ext uri="{FF2B5EF4-FFF2-40B4-BE49-F238E27FC236}">
                <a16:creationId xmlns:a16="http://schemas.microsoft.com/office/drawing/2014/main" id="{989059DF-CB5B-E198-65B1-EFDCAF2CD2A1}"/>
              </a:ext>
            </a:extLst>
          </p:cNvPr>
          <p:cNvSpPr/>
          <p:nvPr/>
        </p:nvSpPr>
        <p:spPr>
          <a:xfrm>
            <a:off x="292958" y="1921365"/>
            <a:ext cx="1972000"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a:solidFill>
                  <a:schemeClr val="tx1"/>
                </a:solidFill>
              </a:rPr>
              <a:t>Initialisation</a:t>
            </a:r>
            <a:endParaRPr lang="en-FR" sz="1050" b="1" dirty="0">
              <a:solidFill>
                <a:schemeClr val="tx1"/>
              </a:solidFill>
            </a:endParaRPr>
          </a:p>
        </p:txBody>
      </p:sp>
      <p:sp>
        <p:nvSpPr>
          <p:cNvPr id="54" name="TextBox 53">
            <a:extLst>
              <a:ext uri="{FF2B5EF4-FFF2-40B4-BE49-F238E27FC236}">
                <a16:creationId xmlns:a16="http://schemas.microsoft.com/office/drawing/2014/main" id="{E42DB74D-F815-C98A-2392-5B93BF934EA8}"/>
              </a:ext>
            </a:extLst>
          </p:cNvPr>
          <p:cNvSpPr txBox="1"/>
          <p:nvPr/>
        </p:nvSpPr>
        <p:spPr>
          <a:xfrm>
            <a:off x="822391" y="-2244418"/>
            <a:ext cx="10547217" cy="369332"/>
          </a:xfrm>
          <a:prstGeom prst="rect">
            <a:avLst/>
          </a:prstGeom>
          <a:solidFill>
            <a:schemeClr val="bg1">
              <a:lumMod val="95000"/>
            </a:schemeClr>
          </a:solidFill>
          <a:effectLst>
            <a:softEdge rad="0"/>
          </a:effectLst>
        </p:spPr>
        <p:txBody>
          <a:bodyPr wrap="square" rtlCol="0">
            <a:spAutoFit/>
          </a:bodyPr>
          <a:lstStyle/>
          <a:p>
            <a:r>
              <a:rPr lang="en-FR" sz="1800" dirty="0">
                <a:solidFill>
                  <a:schemeClr val="tx1"/>
                </a:solidFill>
              </a:rPr>
              <a:t>A paramétrer :               </a:t>
            </a:r>
            <a:r>
              <a:rPr lang="en-GB" sz="1800" b="1" dirty="0" err="1">
                <a:solidFill>
                  <a:schemeClr val="tx1"/>
                </a:solidFill>
              </a:rPr>
              <a:t>labeled_ratio</a:t>
            </a:r>
            <a:r>
              <a:rPr lang="en-GB" sz="1800" b="1" dirty="0">
                <a:solidFill>
                  <a:schemeClr val="tx1"/>
                </a:solidFill>
              </a:rPr>
              <a:t>  </a:t>
            </a:r>
            <a:r>
              <a:rPr lang="en-GB" b="1" dirty="0"/>
              <a:t>                                    </a:t>
            </a:r>
            <a:r>
              <a:rPr lang="en-GB" sz="1800" b="1" dirty="0" err="1">
                <a:solidFill>
                  <a:schemeClr val="tx1"/>
                </a:solidFill>
              </a:rPr>
              <a:t>Batch_ratio</a:t>
            </a:r>
            <a:r>
              <a:rPr lang="en-FR" sz="1800" b="1" dirty="0">
                <a:solidFill>
                  <a:schemeClr val="tx1"/>
                </a:solidFill>
              </a:rPr>
              <a:t>                                                 test_ratio</a:t>
            </a:r>
          </a:p>
        </p:txBody>
      </p:sp>
      <p:sp>
        <p:nvSpPr>
          <p:cNvPr id="55" name="TextBox 54">
            <a:extLst>
              <a:ext uri="{FF2B5EF4-FFF2-40B4-BE49-F238E27FC236}">
                <a16:creationId xmlns:a16="http://schemas.microsoft.com/office/drawing/2014/main" id="{7366C45A-B71B-6702-E18D-257031C7E027}"/>
              </a:ext>
            </a:extLst>
          </p:cNvPr>
          <p:cNvSpPr txBox="1"/>
          <p:nvPr/>
        </p:nvSpPr>
        <p:spPr>
          <a:xfrm>
            <a:off x="5433943" y="3054574"/>
            <a:ext cx="4157813" cy="369332"/>
          </a:xfrm>
          <a:prstGeom prst="rect">
            <a:avLst/>
          </a:prstGeom>
          <a:noFill/>
        </p:spPr>
        <p:txBody>
          <a:bodyPr wrap="square" rtlCol="0">
            <a:spAutoFit/>
          </a:bodyPr>
          <a:lstStyle/>
          <a:p>
            <a:r>
              <a:rPr lang="en-FR" dirty="0"/>
              <a:t>Sélection des données les plus incertaines</a:t>
            </a:r>
          </a:p>
        </p:txBody>
      </p:sp>
      <p:sp>
        <p:nvSpPr>
          <p:cNvPr id="56" name="Left Arrow 55">
            <a:extLst>
              <a:ext uri="{FF2B5EF4-FFF2-40B4-BE49-F238E27FC236}">
                <a16:creationId xmlns:a16="http://schemas.microsoft.com/office/drawing/2014/main" id="{4C9D24B8-CBFC-B6E2-0731-8DC5F84794ED}"/>
              </a:ext>
            </a:extLst>
          </p:cNvPr>
          <p:cNvSpPr/>
          <p:nvPr/>
        </p:nvSpPr>
        <p:spPr>
          <a:xfrm rot="20070714">
            <a:off x="4159289" y="2947739"/>
            <a:ext cx="1688309" cy="448096"/>
          </a:xfrm>
          <a:prstGeom prst="leftArrow">
            <a:avLst/>
          </a:prstGeom>
          <a:gradFill flip="none" rotWithShape="1">
            <a:gsLst>
              <a:gs pos="0">
                <a:schemeClr val="accent1">
                  <a:lumMod val="40000"/>
                  <a:lumOff val="60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6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 name="Rectangle : coins arrondis 18">
            <a:extLst>
              <a:ext uri="{FF2B5EF4-FFF2-40B4-BE49-F238E27FC236}">
                <a16:creationId xmlns:a16="http://schemas.microsoft.com/office/drawing/2014/main" id="{0F87C430-80D3-BF41-4928-ACDD74D21583}"/>
              </a:ext>
            </a:extLst>
          </p:cNvPr>
          <p:cNvSpPr/>
          <p:nvPr/>
        </p:nvSpPr>
        <p:spPr>
          <a:xfrm>
            <a:off x="292002" y="1023512"/>
            <a:ext cx="1972000"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a:solidFill>
                  <a:schemeClr val="tx1"/>
                </a:solidFill>
              </a:rPr>
              <a:t>To </a:t>
            </a:r>
            <a:r>
              <a:rPr lang="fr-FR" sz="1600" b="1" dirty="0" err="1">
                <a:solidFill>
                  <a:schemeClr val="tx1"/>
                </a:solidFill>
              </a:rPr>
              <a:t>be</a:t>
            </a:r>
            <a:r>
              <a:rPr lang="fr-FR" sz="1600" b="1" dirty="0">
                <a:solidFill>
                  <a:schemeClr val="tx1"/>
                </a:solidFill>
              </a:rPr>
              <a:t> </a:t>
            </a:r>
            <a:r>
              <a:rPr lang="fr-FR" sz="1600" b="1" dirty="0" err="1">
                <a:solidFill>
                  <a:schemeClr val="tx1"/>
                </a:solidFill>
              </a:rPr>
              <a:t>configured</a:t>
            </a:r>
            <a:r>
              <a:rPr lang="fr-FR" sz="1600" b="1" dirty="0">
                <a:solidFill>
                  <a:schemeClr val="tx1"/>
                </a:solidFill>
              </a:rPr>
              <a:t> : </a:t>
            </a:r>
            <a:endParaRPr lang="en-FR" sz="1050" b="1" dirty="0">
              <a:solidFill>
                <a:schemeClr val="tx1"/>
              </a:solidFill>
            </a:endParaRPr>
          </a:p>
        </p:txBody>
      </p:sp>
      <p:sp>
        <p:nvSpPr>
          <p:cNvPr id="4" name="Rectangle : coins arrondis 18">
            <a:extLst>
              <a:ext uri="{FF2B5EF4-FFF2-40B4-BE49-F238E27FC236}">
                <a16:creationId xmlns:a16="http://schemas.microsoft.com/office/drawing/2014/main" id="{5CC9149A-A641-EE20-DB06-AD8772966382}"/>
              </a:ext>
            </a:extLst>
          </p:cNvPr>
          <p:cNvSpPr/>
          <p:nvPr/>
        </p:nvSpPr>
        <p:spPr>
          <a:xfrm>
            <a:off x="9345318" y="1033928"/>
            <a:ext cx="1765633" cy="436620"/>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err="1">
                <a:solidFill>
                  <a:schemeClr val="tx1"/>
                </a:solidFill>
              </a:rPr>
              <a:t>test_ratio</a:t>
            </a:r>
            <a:endParaRPr lang="en-FR" sz="1050" b="1" dirty="0">
              <a:solidFill>
                <a:schemeClr val="tx1"/>
              </a:solidFill>
            </a:endParaRPr>
          </a:p>
        </p:txBody>
      </p:sp>
      <p:sp>
        <p:nvSpPr>
          <p:cNvPr id="5" name="Rectangle : coins arrondis 18">
            <a:extLst>
              <a:ext uri="{FF2B5EF4-FFF2-40B4-BE49-F238E27FC236}">
                <a16:creationId xmlns:a16="http://schemas.microsoft.com/office/drawing/2014/main" id="{8A2731AA-9F1F-72CB-8F7E-F8AA4AA4EDA0}"/>
              </a:ext>
            </a:extLst>
          </p:cNvPr>
          <p:cNvSpPr/>
          <p:nvPr/>
        </p:nvSpPr>
        <p:spPr>
          <a:xfrm>
            <a:off x="5557597" y="1019039"/>
            <a:ext cx="1972000"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err="1">
                <a:solidFill>
                  <a:schemeClr val="tx1"/>
                </a:solidFill>
              </a:rPr>
              <a:t>batch_ratio</a:t>
            </a:r>
            <a:endParaRPr lang="en-FR" sz="1050" b="1" dirty="0">
              <a:solidFill>
                <a:schemeClr val="tx1"/>
              </a:solidFill>
            </a:endParaRPr>
          </a:p>
        </p:txBody>
      </p:sp>
      <p:sp>
        <p:nvSpPr>
          <p:cNvPr id="6" name="Rectangle : coins arrondis 18">
            <a:extLst>
              <a:ext uri="{FF2B5EF4-FFF2-40B4-BE49-F238E27FC236}">
                <a16:creationId xmlns:a16="http://schemas.microsoft.com/office/drawing/2014/main" id="{95E85F2C-9E35-387B-B185-945800E0B5E8}"/>
              </a:ext>
            </a:extLst>
          </p:cNvPr>
          <p:cNvSpPr/>
          <p:nvPr/>
        </p:nvSpPr>
        <p:spPr>
          <a:xfrm>
            <a:off x="2587731" y="1016333"/>
            <a:ext cx="1671910" cy="472042"/>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err="1">
                <a:solidFill>
                  <a:schemeClr val="tx1"/>
                </a:solidFill>
              </a:rPr>
              <a:t>labeled_ratio</a:t>
            </a:r>
            <a:endParaRPr lang="en-FR" sz="1050" b="1" dirty="0">
              <a:solidFill>
                <a:schemeClr val="tx1"/>
              </a:solidFill>
            </a:endParaRPr>
          </a:p>
        </p:txBody>
      </p:sp>
    </p:spTree>
    <p:extLst>
      <p:ext uri="{BB962C8B-B14F-4D97-AF65-F5344CB8AC3E}">
        <p14:creationId xmlns:p14="http://schemas.microsoft.com/office/powerpoint/2010/main" val="271680261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3" grpId="0" animBg="1"/>
      <p:bldP spid="34" grpId="0" animBg="1"/>
      <p:bldP spid="35" grpId="0" animBg="1"/>
      <p:bldP spid="36" grpId="0"/>
      <p:bldP spid="37" grpId="0"/>
      <p:bldP spid="38" grpId="0"/>
      <p:bldP spid="39" grpId="0"/>
      <p:bldP spid="40" grpId="0"/>
      <p:bldP spid="41" grpId="0"/>
      <p:bldP spid="42" grpId="0" animBg="1"/>
      <p:bldP spid="43" grpId="0" animBg="1"/>
      <p:bldP spid="44" grpId="0" animBg="1"/>
      <p:bldP spid="45" grpId="0" animBg="1"/>
      <p:bldP spid="46" grpId="0"/>
      <p:bldP spid="47" grpId="0"/>
      <p:bldP spid="48" grpId="0"/>
      <p:bldP spid="49" grpId="0"/>
      <p:bldP spid="50" grpId="0"/>
      <p:bldP spid="51" grpId="0"/>
      <p:bldP spid="52" grpId="0" animBg="1"/>
      <p:bldP spid="55" grpId="0"/>
      <p:bldP spid="56" grpId="0" animBg="1"/>
    </p:bldLst>
  </p:timing>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5C744-3354-7FA6-FA6C-E06F517FD17B}"/>
            </a:ext>
          </a:extLst>
        </p:cNvPr>
        <p:cNvGrpSpPr/>
        <p:nvPr/>
      </p:nvGrpSpPr>
      <p:grpSpPr>
        <a:xfrm>
          <a:off x="0" y="0"/>
          <a:ext cx="0" cy="0"/>
          <a:chOff x="0" y="0"/>
          <a:chExt cx="0" cy="0"/>
        </a:xfrm>
      </p:grpSpPr>
      <p:sp>
        <p:nvSpPr>
          <p:cNvPr id="67" name="Rectangle 66">
            <a:extLst>
              <a:ext uri="{FF2B5EF4-FFF2-40B4-BE49-F238E27FC236}">
                <a16:creationId xmlns:a16="http://schemas.microsoft.com/office/drawing/2014/main" id="{3B29ABF3-8961-FF9D-8EFA-E22E6BBF7F26}"/>
              </a:ext>
            </a:extLst>
          </p:cNvPr>
          <p:cNvSpPr/>
          <p:nvPr/>
        </p:nvSpPr>
        <p:spPr>
          <a:xfrm>
            <a:off x="2692305" y="5338854"/>
            <a:ext cx="4236931" cy="64633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68" name="Rectangle 67">
            <a:extLst>
              <a:ext uri="{FF2B5EF4-FFF2-40B4-BE49-F238E27FC236}">
                <a16:creationId xmlns:a16="http://schemas.microsoft.com/office/drawing/2014/main" id="{6F144EDD-FA5A-E55F-B1E0-7B9C8E94550C}"/>
              </a:ext>
            </a:extLst>
          </p:cNvPr>
          <p:cNvSpPr/>
          <p:nvPr/>
        </p:nvSpPr>
        <p:spPr>
          <a:xfrm>
            <a:off x="6968282" y="5338854"/>
            <a:ext cx="2162552" cy="64633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ln>
                <a:solidFill>
                  <a:schemeClr val="accent1">
                    <a:lumMod val="20000"/>
                    <a:lumOff val="80000"/>
                  </a:schemeClr>
                </a:solidFill>
              </a:ln>
            </a:endParaRPr>
          </a:p>
        </p:txBody>
      </p:sp>
      <p:sp>
        <p:nvSpPr>
          <p:cNvPr id="69" name="Rectangle 68">
            <a:extLst>
              <a:ext uri="{FF2B5EF4-FFF2-40B4-BE49-F238E27FC236}">
                <a16:creationId xmlns:a16="http://schemas.microsoft.com/office/drawing/2014/main" id="{824E3D20-E66A-2349-4542-112BD1D4E9E7}"/>
              </a:ext>
            </a:extLst>
          </p:cNvPr>
          <p:cNvSpPr/>
          <p:nvPr/>
        </p:nvSpPr>
        <p:spPr>
          <a:xfrm>
            <a:off x="9475302" y="5338854"/>
            <a:ext cx="1947627" cy="64633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3" name="Rectangle 12">
            <a:extLst>
              <a:ext uri="{FF2B5EF4-FFF2-40B4-BE49-F238E27FC236}">
                <a16:creationId xmlns:a16="http://schemas.microsoft.com/office/drawing/2014/main" id="{6EEE5D41-F720-2101-B51C-316BD66102DA}"/>
              </a:ext>
            </a:extLst>
          </p:cNvPr>
          <p:cNvSpPr/>
          <p:nvPr/>
        </p:nvSpPr>
        <p:spPr>
          <a:xfrm>
            <a:off x="2699187" y="2732313"/>
            <a:ext cx="2531415" cy="64633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4" name="Rectangle 13">
            <a:extLst>
              <a:ext uri="{FF2B5EF4-FFF2-40B4-BE49-F238E27FC236}">
                <a16:creationId xmlns:a16="http://schemas.microsoft.com/office/drawing/2014/main" id="{69F266F2-858E-CA0F-E03E-2B14FB60A2D9}"/>
              </a:ext>
            </a:extLst>
          </p:cNvPr>
          <p:cNvSpPr/>
          <p:nvPr/>
        </p:nvSpPr>
        <p:spPr>
          <a:xfrm>
            <a:off x="5269648" y="2732313"/>
            <a:ext cx="3868068" cy="64633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ln>
                <a:solidFill>
                  <a:schemeClr val="accent1">
                    <a:lumMod val="20000"/>
                    <a:lumOff val="80000"/>
                  </a:schemeClr>
                </a:solidFill>
              </a:ln>
            </a:endParaRPr>
          </a:p>
        </p:txBody>
      </p:sp>
      <p:sp>
        <p:nvSpPr>
          <p:cNvPr id="15" name="Rectangle 14">
            <a:extLst>
              <a:ext uri="{FF2B5EF4-FFF2-40B4-BE49-F238E27FC236}">
                <a16:creationId xmlns:a16="http://schemas.microsoft.com/office/drawing/2014/main" id="{D8809C49-65BC-B769-C173-629778BDABD5}"/>
              </a:ext>
            </a:extLst>
          </p:cNvPr>
          <p:cNvSpPr/>
          <p:nvPr/>
        </p:nvSpPr>
        <p:spPr>
          <a:xfrm>
            <a:off x="9482184" y="2732313"/>
            <a:ext cx="1947627" cy="64633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40" name="TextBox 39">
            <a:extLst>
              <a:ext uri="{FF2B5EF4-FFF2-40B4-BE49-F238E27FC236}">
                <a16:creationId xmlns:a16="http://schemas.microsoft.com/office/drawing/2014/main" id="{853A0994-DE85-D783-EC22-BA4E14AF13AB}"/>
              </a:ext>
            </a:extLst>
          </p:cNvPr>
          <p:cNvSpPr txBox="1"/>
          <p:nvPr/>
        </p:nvSpPr>
        <p:spPr>
          <a:xfrm>
            <a:off x="2975580" y="3152658"/>
            <a:ext cx="2098775" cy="230832"/>
          </a:xfrm>
          <a:prstGeom prst="rect">
            <a:avLst/>
          </a:prstGeom>
          <a:noFill/>
        </p:spPr>
        <p:txBody>
          <a:bodyPr wrap="square" rtlCol="0">
            <a:spAutoFit/>
          </a:bodyPr>
          <a:lstStyle/>
          <a:p>
            <a:pPr algn="ctr"/>
            <a:r>
              <a:rPr lang="fr-FR" sz="900" b="1" dirty="0"/>
              <a:t>240 </a:t>
            </a:r>
            <a:r>
              <a:rPr lang="fr-FR" sz="900" b="1" dirty="0" err="1"/>
              <a:t>samples</a:t>
            </a:r>
            <a:r>
              <a:rPr lang="fr-FR" sz="900" b="1" dirty="0"/>
              <a:t> (80 + 160)</a:t>
            </a:r>
            <a:endParaRPr lang="fr-FR" sz="900" b="1" dirty="0">
              <a:solidFill>
                <a:schemeClr val="tx1"/>
              </a:solidFill>
            </a:endParaRPr>
          </a:p>
        </p:txBody>
      </p:sp>
      <p:sp>
        <p:nvSpPr>
          <p:cNvPr id="41" name="TextBox 40">
            <a:extLst>
              <a:ext uri="{FF2B5EF4-FFF2-40B4-BE49-F238E27FC236}">
                <a16:creationId xmlns:a16="http://schemas.microsoft.com/office/drawing/2014/main" id="{2045CACD-23F6-0DD9-AA22-2A4CD74B0062}"/>
              </a:ext>
            </a:extLst>
          </p:cNvPr>
          <p:cNvSpPr txBox="1"/>
          <p:nvPr/>
        </p:nvSpPr>
        <p:spPr>
          <a:xfrm>
            <a:off x="5916307" y="3150235"/>
            <a:ext cx="2586803" cy="230832"/>
          </a:xfrm>
          <a:prstGeom prst="rect">
            <a:avLst/>
          </a:prstGeom>
          <a:noFill/>
        </p:spPr>
        <p:txBody>
          <a:bodyPr wrap="square" rtlCol="0">
            <a:spAutoFit/>
          </a:bodyPr>
          <a:lstStyle/>
          <a:p>
            <a:pPr algn="ctr"/>
            <a:r>
              <a:rPr lang="fr-FR" sz="900" b="1" dirty="0"/>
              <a:t>7 760 </a:t>
            </a:r>
            <a:r>
              <a:rPr lang="fr-FR" sz="900" b="1" dirty="0" err="1"/>
              <a:t>samples</a:t>
            </a:r>
            <a:r>
              <a:rPr lang="fr-FR" sz="900" b="1" dirty="0"/>
              <a:t> (7920 – 160)</a:t>
            </a:r>
            <a:endParaRPr lang="fr-FR" sz="900" b="1" dirty="0">
              <a:solidFill>
                <a:schemeClr val="tx1"/>
              </a:solidFill>
            </a:endParaRPr>
          </a:p>
        </p:txBody>
      </p:sp>
      <p:sp>
        <p:nvSpPr>
          <p:cNvPr id="5" name="TextBox 4">
            <a:extLst>
              <a:ext uri="{FF2B5EF4-FFF2-40B4-BE49-F238E27FC236}">
                <a16:creationId xmlns:a16="http://schemas.microsoft.com/office/drawing/2014/main" id="{E1DFCAED-B17B-839A-58C4-5D9329498AA3}"/>
              </a:ext>
            </a:extLst>
          </p:cNvPr>
          <p:cNvSpPr txBox="1"/>
          <p:nvPr/>
        </p:nvSpPr>
        <p:spPr>
          <a:xfrm>
            <a:off x="10069036" y="3147812"/>
            <a:ext cx="1403825" cy="230832"/>
          </a:xfrm>
          <a:prstGeom prst="rect">
            <a:avLst/>
          </a:prstGeom>
          <a:noFill/>
        </p:spPr>
        <p:txBody>
          <a:bodyPr wrap="square" rtlCol="0">
            <a:spAutoFit/>
          </a:bodyPr>
          <a:lstStyle/>
          <a:p>
            <a:r>
              <a:rPr lang="fr-FR" sz="900" b="1" dirty="0"/>
              <a:t>2 000 </a:t>
            </a:r>
            <a:r>
              <a:rPr lang="fr-FR" sz="900" b="1" dirty="0" err="1"/>
              <a:t>samples</a:t>
            </a:r>
            <a:endParaRPr lang="en-FR" sz="900" dirty="0"/>
          </a:p>
        </p:txBody>
      </p:sp>
      <p:sp>
        <p:nvSpPr>
          <p:cNvPr id="18" name="TextBox 17">
            <a:extLst>
              <a:ext uri="{FF2B5EF4-FFF2-40B4-BE49-F238E27FC236}">
                <a16:creationId xmlns:a16="http://schemas.microsoft.com/office/drawing/2014/main" id="{99A05D7E-12F4-9F75-7C43-8ABD4AA01C16}"/>
              </a:ext>
            </a:extLst>
          </p:cNvPr>
          <p:cNvSpPr txBox="1"/>
          <p:nvPr/>
        </p:nvSpPr>
        <p:spPr>
          <a:xfrm>
            <a:off x="3219319" y="2707720"/>
            <a:ext cx="1576980" cy="369332"/>
          </a:xfrm>
          <a:prstGeom prst="rect">
            <a:avLst/>
          </a:prstGeom>
          <a:noFill/>
        </p:spPr>
        <p:txBody>
          <a:bodyPr wrap="square" rtlCol="0">
            <a:spAutoFit/>
          </a:bodyPr>
          <a:lstStyle/>
          <a:p>
            <a:pPr algn="ctr"/>
            <a:r>
              <a:rPr lang="en-FR" b="1" dirty="0"/>
              <a:t>TRAIN </a:t>
            </a:r>
            <a:r>
              <a:rPr lang="en-FR" sz="1100" b="1" dirty="0"/>
              <a:t>(labeled) </a:t>
            </a:r>
            <a:endParaRPr lang="en-FR" b="1" dirty="0"/>
          </a:p>
        </p:txBody>
      </p:sp>
      <p:sp>
        <p:nvSpPr>
          <p:cNvPr id="19" name="TextBox 18">
            <a:extLst>
              <a:ext uri="{FF2B5EF4-FFF2-40B4-BE49-F238E27FC236}">
                <a16:creationId xmlns:a16="http://schemas.microsoft.com/office/drawing/2014/main" id="{DFB61749-C611-23E7-6D7B-C85F2B95E0D1}"/>
              </a:ext>
            </a:extLst>
          </p:cNvPr>
          <p:cNvSpPr txBox="1"/>
          <p:nvPr/>
        </p:nvSpPr>
        <p:spPr>
          <a:xfrm>
            <a:off x="6194558" y="2707720"/>
            <a:ext cx="2065704" cy="369332"/>
          </a:xfrm>
          <a:prstGeom prst="rect">
            <a:avLst/>
          </a:prstGeom>
          <a:noFill/>
        </p:spPr>
        <p:txBody>
          <a:bodyPr wrap="square" rtlCol="0">
            <a:spAutoFit/>
          </a:bodyPr>
          <a:lstStyle/>
          <a:p>
            <a:pPr algn="ctr"/>
            <a:r>
              <a:rPr lang="en-FR" b="1" dirty="0"/>
              <a:t>POOL </a:t>
            </a:r>
            <a:r>
              <a:rPr lang="en-FR" sz="1000" b="1" dirty="0"/>
              <a:t>(unlabeled)</a:t>
            </a:r>
            <a:endParaRPr lang="en-FR" b="1" dirty="0"/>
          </a:p>
        </p:txBody>
      </p:sp>
      <p:sp>
        <p:nvSpPr>
          <p:cNvPr id="20" name="TextBox 19">
            <a:extLst>
              <a:ext uri="{FF2B5EF4-FFF2-40B4-BE49-F238E27FC236}">
                <a16:creationId xmlns:a16="http://schemas.microsoft.com/office/drawing/2014/main" id="{4A353ACA-D976-1CB6-A711-05C69D7F8ABF}"/>
              </a:ext>
            </a:extLst>
          </p:cNvPr>
          <p:cNvSpPr txBox="1"/>
          <p:nvPr/>
        </p:nvSpPr>
        <p:spPr>
          <a:xfrm>
            <a:off x="9753719" y="2733330"/>
            <a:ext cx="1593884" cy="369332"/>
          </a:xfrm>
          <a:prstGeom prst="rect">
            <a:avLst/>
          </a:prstGeom>
          <a:noFill/>
        </p:spPr>
        <p:txBody>
          <a:bodyPr wrap="square" rtlCol="0">
            <a:spAutoFit/>
          </a:bodyPr>
          <a:lstStyle/>
          <a:p>
            <a:pPr algn="ctr"/>
            <a:r>
              <a:rPr lang="en-FR" b="1" dirty="0"/>
              <a:t>TEST </a:t>
            </a:r>
            <a:r>
              <a:rPr lang="en-FR" sz="1000" b="1" dirty="0"/>
              <a:t>(labeled) </a:t>
            </a:r>
            <a:endParaRPr lang="en-FR" b="1" dirty="0"/>
          </a:p>
        </p:txBody>
      </p:sp>
      <p:sp>
        <p:nvSpPr>
          <p:cNvPr id="2" name="Titre 1">
            <a:extLst>
              <a:ext uri="{FF2B5EF4-FFF2-40B4-BE49-F238E27FC236}">
                <a16:creationId xmlns:a16="http://schemas.microsoft.com/office/drawing/2014/main" id="{D5DE77C3-1450-59A0-C1C1-F546EDD5CD93}"/>
              </a:ext>
            </a:extLst>
          </p:cNvPr>
          <p:cNvSpPr>
            <a:spLocks noGrp="1"/>
          </p:cNvSpPr>
          <p:nvPr>
            <p:ph type="title"/>
          </p:nvPr>
        </p:nvSpPr>
        <p:spPr/>
        <p:txBody>
          <a:bodyPr/>
          <a:lstStyle/>
          <a:p>
            <a:r>
              <a:rPr lang="en-US" sz="4000" b="0" dirty="0">
                <a:solidFill>
                  <a:schemeClr val="bg1"/>
                </a:solidFill>
                <a:highlight>
                  <a:srgbClr val="E10014"/>
                </a:highlight>
                <a:latin typeface="Metropolis Black" panose="00000A00000000000000" pitchFamily="50" charset="0"/>
              </a:rPr>
              <a:t>How does an AL model work ?</a:t>
            </a:r>
            <a:endParaRPr lang="fr-FR" sz="4000" dirty="0"/>
          </a:p>
        </p:txBody>
      </p:sp>
      <p:sp>
        <p:nvSpPr>
          <p:cNvPr id="10" name="Rectangle 9">
            <a:extLst>
              <a:ext uri="{FF2B5EF4-FFF2-40B4-BE49-F238E27FC236}">
                <a16:creationId xmlns:a16="http://schemas.microsoft.com/office/drawing/2014/main" id="{B4FFCB8B-603F-E240-A7A2-8CC50873FC33}"/>
              </a:ext>
            </a:extLst>
          </p:cNvPr>
          <p:cNvSpPr/>
          <p:nvPr/>
        </p:nvSpPr>
        <p:spPr>
          <a:xfrm>
            <a:off x="2699187" y="1529058"/>
            <a:ext cx="2065705" cy="64633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6" name="Rectangle 15">
            <a:extLst>
              <a:ext uri="{FF2B5EF4-FFF2-40B4-BE49-F238E27FC236}">
                <a16:creationId xmlns:a16="http://schemas.microsoft.com/office/drawing/2014/main" id="{9D607385-5CCB-4C95-6802-626B569D2D7A}"/>
              </a:ext>
            </a:extLst>
          </p:cNvPr>
          <p:cNvSpPr/>
          <p:nvPr/>
        </p:nvSpPr>
        <p:spPr>
          <a:xfrm>
            <a:off x="4797962" y="1529058"/>
            <a:ext cx="4339754" cy="64633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7" name="Rectangle 16">
            <a:extLst>
              <a:ext uri="{FF2B5EF4-FFF2-40B4-BE49-F238E27FC236}">
                <a16:creationId xmlns:a16="http://schemas.microsoft.com/office/drawing/2014/main" id="{7E063CC2-8B6A-307D-7F48-4EB6871E981C}"/>
              </a:ext>
            </a:extLst>
          </p:cNvPr>
          <p:cNvSpPr/>
          <p:nvPr/>
        </p:nvSpPr>
        <p:spPr>
          <a:xfrm>
            <a:off x="9482184" y="1529058"/>
            <a:ext cx="1947627" cy="64633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22" name="TextBox 21">
            <a:extLst>
              <a:ext uri="{FF2B5EF4-FFF2-40B4-BE49-F238E27FC236}">
                <a16:creationId xmlns:a16="http://schemas.microsoft.com/office/drawing/2014/main" id="{04EAE5DA-0BF1-EC89-D0B7-83D2EEFC756E}"/>
              </a:ext>
            </a:extLst>
          </p:cNvPr>
          <p:cNvSpPr txBox="1"/>
          <p:nvPr/>
        </p:nvSpPr>
        <p:spPr>
          <a:xfrm>
            <a:off x="3143533" y="1540073"/>
            <a:ext cx="1576980" cy="369332"/>
          </a:xfrm>
          <a:prstGeom prst="rect">
            <a:avLst/>
          </a:prstGeom>
          <a:noFill/>
        </p:spPr>
        <p:txBody>
          <a:bodyPr wrap="square" rtlCol="0">
            <a:spAutoFit/>
          </a:bodyPr>
          <a:lstStyle/>
          <a:p>
            <a:pPr algn="ctr"/>
            <a:r>
              <a:rPr lang="en-FR" b="1" dirty="0"/>
              <a:t>TRAIN </a:t>
            </a:r>
            <a:r>
              <a:rPr lang="en-FR" sz="1100" b="1" dirty="0"/>
              <a:t>(labeled) </a:t>
            </a:r>
            <a:endParaRPr lang="en-FR" b="1" dirty="0"/>
          </a:p>
        </p:txBody>
      </p:sp>
      <p:sp>
        <p:nvSpPr>
          <p:cNvPr id="23" name="TextBox 22">
            <a:extLst>
              <a:ext uri="{FF2B5EF4-FFF2-40B4-BE49-F238E27FC236}">
                <a16:creationId xmlns:a16="http://schemas.microsoft.com/office/drawing/2014/main" id="{9831D7E6-0BD3-EF14-3876-3C582B38B4D0}"/>
              </a:ext>
            </a:extLst>
          </p:cNvPr>
          <p:cNvSpPr txBox="1"/>
          <p:nvPr/>
        </p:nvSpPr>
        <p:spPr>
          <a:xfrm>
            <a:off x="5934985" y="1530075"/>
            <a:ext cx="2065704" cy="369332"/>
          </a:xfrm>
          <a:prstGeom prst="rect">
            <a:avLst/>
          </a:prstGeom>
          <a:noFill/>
        </p:spPr>
        <p:txBody>
          <a:bodyPr wrap="square" rtlCol="0">
            <a:spAutoFit/>
          </a:bodyPr>
          <a:lstStyle/>
          <a:p>
            <a:pPr algn="ctr"/>
            <a:r>
              <a:rPr lang="en-FR" b="1" dirty="0"/>
              <a:t>POOL </a:t>
            </a:r>
            <a:r>
              <a:rPr lang="en-FR" sz="1000" b="1" dirty="0"/>
              <a:t>(unlabeled)</a:t>
            </a:r>
            <a:endParaRPr lang="en-FR" b="1" dirty="0"/>
          </a:p>
        </p:txBody>
      </p:sp>
      <p:sp>
        <p:nvSpPr>
          <p:cNvPr id="24" name="TextBox 23">
            <a:extLst>
              <a:ext uri="{FF2B5EF4-FFF2-40B4-BE49-F238E27FC236}">
                <a16:creationId xmlns:a16="http://schemas.microsoft.com/office/drawing/2014/main" id="{FAB6CC77-DB4F-CE52-AB4C-3FB149CF032D}"/>
              </a:ext>
            </a:extLst>
          </p:cNvPr>
          <p:cNvSpPr txBox="1"/>
          <p:nvPr/>
        </p:nvSpPr>
        <p:spPr>
          <a:xfrm>
            <a:off x="9753719" y="1530075"/>
            <a:ext cx="1593884" cy="369332"/>
          </a:xfrm>
          <a:prstGeom prst="rect">
            <a:avLst/>
          </a:prstGeom>
          <a:noFill/>
        </p:spPr>
        <p:txBody>
          <a:bodyPr wrap="square" rtlCol="0">
            <a:spAutoFit/>
          </a:bodyPr>
          <a:lstStyle/>
          <a:p>
            <a:pPr algn="ctr"/>
            <a:r>
              <a:rPr lang="en-FR" b="1" dirty="0"/>
              <a:t>TEST </a:t>
            </a:r>
            <a:r>
              <a:rPr lang="en-FR" sz="1000" b="1" dirty="0"/>
              <a:t>(labeled) </a:t>
            </a:r>
            <a:endParaRPr lang="en-FR" b="1" dirty="0"/>
          </a:p>
        </p:txBody>
      </p:sp>
      <p:sp>
        <p:nvSpPr>
          <p:cNvPr id="25" name="TextBox 24">
            <a:extLst>
              <a:ext uri="{FF2B5EF4-FFF2-40B4-BE49-F238E27FC236}">
                <a16:creationId xmlns:a16="http://schemas.microsoft.com/office/drawing/2014/main" id="{AF69DBEF-9C8E-5E03-75A5-A3A9D2EF7BCC}"/>
              </a:ext>
            </a:extLst>
          </p:cNvPr>
          <p:cNvSpPr txBox="1"/>
          <p:nvPr/>
        </p:nvSpPr>
        <p:spPr>
          <a:xfrm>
            <a:off x="10069036" y="1929132"/>
            <a:ext cx="1403825" cy="230832"/>
          </a:xfrm>
          <a:prstGeom prst="rect">
            <a:avLst/>
          </a:prstGeom>
          <a:noFill/>
        </p:spPr>
        <p:txBody>
          <a:bodyPr wrap="square" rtlCol="0">
            <a:spAutoFit/>
          </a:bodyPr>
          <a:lstStyle/>
          <a:p>
            <a:r>
              <a:rPr lang="fr-FR" sz="900" b="1" dirty="0"/>
              <a:t>2 000 </a:t>
            </a:r>
            <a:r>
              <a:rPr lang="fr-FR" sz="900" b="1" dirty="0" err="1"/>
              <a:t>samples</a:t>
            </a:r>
            <a:endParaRPr lang="en-FR" sz="900" dirty="0"/>
          </a:p>
        </p:txBody>
      </p:sp>
      <p:sp>
        <p:nvSpPr>
          <p:cNvPr id="26" name="TextBox 25">
            <a:extLst>
              <a:ext uri="{FF2B5EF4-FFF2-40B4-BE49-F238E27FC236}">
                <a16:creationId xmlns:a16="http://schemas.microsoft.com/office/drawing/2014/main" id="{F306679B-9689-25D0-4CBE-C9E708C757C0}"/>
              </a:ext>
            </a:extLst>
          </p:cNvPr>
          <p:cNvSpPr txBox="1"/>
          <p:nvPr/>
        </p:nvSpPr>
        <p:spPr>
          <a:xfrm>
            <a:off x="2699187" y="1931118"/>
            <a:ext cx="2191410" cy="230832"/>
          </a:xfrm>
          <a:prstGeom prst="rect">
            <a:avLst/>
          </a:prstGeom>
          <a:noFill/>
        </p:spPr>
        <p:txBody>
          <a:bodyPr wrap="square" rtlCol="0">
            <a:spAutoFit/>
          </a:bodyPr>
          <a:lstStyle/>
          <a:p>
            <a:pPr algn="ctr"/>
            <a:r>
              <a:rPr lang="fr-FR" sz="900" b="1" dirty="0"/>
              <a:t>80 </a:t>
            </a:r>
            <a:r>
              <a:rPr lang="fr-FR" sz="900" b="1" dirty="0" err="1"/>
              <a:t>samples</a:t>
            </a:r>
            <a:endParaRPr lang="fr-FR" sz="900" b="1" dirty="0">
              <a:solidFill>
                <a:schemeClr val="tx1"/>
              </a:solidFill>
            </a:endParaRPr>
          </a:p>
        </p:txBody>
      </p:sp>
      <p:sp>
        <p:nvSpPr>
          <p:cNvPr id="29" name="TextBox 28">
            <a:extLst>
              <a:ext uri="{FF2B5EF4-FFF2-40B4-BE49-F238E27FC236}">
                <a16:creationId xmlns:a16="http://schemas.microsoft.com/office/drawing/2014/main" id="{9B544F3A-0ED5-390D-59B9-9047133BF87C}"/>
              </a:ext>
            </a:extLst>
          </p:cNvPr>
          <p:cNvSpPr txBox="1"/>
          <p:nvPr/>
        </p:nvSpPr>
        <p:spPr>
          <a:xfrm>
            <a:off x="5674436" y="1915879"/>
            <a:ext cx="2586803" cy="230832"/>
          </a:xfrm>
          <a:prstGeom prst="rect">
            <a:avLst/>
          </a:prstGeom>
          <a:noFill/>
        </p:spPr>
        <p:txBody>
          <a:bodyPr wrap="square" rtlCol="0">
            <a:spAutoFit/>
          </a:bodyPr>
          <a:lstStyle/>
          <a:p>
            <a:pPr algn="ctr"/>
            <a:r>
              <a:rPr lang="fr-FR" sz="900" b="1" dirty="0"/>
              <a:t>7920 </a:t>
            </a:r>
            <a:r>
              <a:rPr lang="fr-FR" sz="900" b="1" dirty="0" err="1"/>
              <a:t>samples</a:t>
            </a:r>
            <a:endParaRPr lang="fr-FR" sz="900" b="1" dirty="0">
              <a:solidFill>
                <a:schemeClr val="tx1"/>
              </a:solidFill>
            </a:endParaRPr>
          </a:p>
        </p:txBody>
      </p:sp>
      <p:sp>
        <p:nvSpPr>
          <p:cNvPr id="42" name="Rectangle : coins arrondis 18">
            <a:extLst>
              <a:ext uri="{FF2B5EF4-FFF2-40B4-BE49-F238E27FC236}">
                <a16:creationId xmlns:a16="http://schemas.microsoft.com/office/drawing/2014/main" id="{B32A0920-58AC-CA38-9838-ECDA3A1DF69F}"/>
              </a:ext>
            </a:extLst>
          </p:cNvPr>
          <p:cNvSpPr/>
          <p:nvPr/>
        </p:nvSpPr>
        <p:spPr>
          <a:xfrm>
            <a:off x="177987" y="2831564"/>
            <a:ext cx="1426638" cy="30225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400" b="1" dirty="0">
                <a:solidFill>
                  <a:schemeClr val="tx1"/>
                </a:solidFill>
              </a:rPr>
              <a:t>1</a:t>
            </a:r>
            <a:r>
              <a:rPr lang="fr-FR" sz="1400" b="1" baseline="30000" dirty="0">
                <a:solidFill>
                  <a:schemeClr val="tx1"/>
                </a:solidFill>
              </a:rPr>
              <a:t>st</a:t>
            </a:r>
            <a:r>
              <a:rPr lang="fr-FR" sz="1400" b="1" dirty="0">
                <a:solidFill>
                  <a:schemeClr val="tx1"/>
                </a:solidFill>
              </a:rPr>
              <a:t> </a:t>
            </a:r>
            <a:r>
              <a:rPr lang="fr-FR" sz="1400" b="1" dirty="0" err="1">
                <a:solidFill>
                  <a:schemeClr val="tx1"/>
                </a:solidFill>
              </a:rPr>
              <a:t>iteration</a:t>
            </a:r>
            <a:endParaRPr lang="en-FR" sz="1000" b="1" dirty="0">
              <a:solidFill>
                <a:schemeClr val="tx1"/>
              </a:solidFill>
            </a:endParaRPr>
          </a:p>
        </p:txBody>
      </p:sp>
      <p:sp>
        <p:nvSpPr>
          <p:cNvPr id="50" name="TextBox 49">
            <a:extLst>
              <a:ext uri="{FF2B5EF4-FFF2-40B4-BE49-F238E27FC236}">
                <a16:creationId xmlns:a16="http://schemas.microsoft.com/office/drawing/2014/main" id="{69759E21-D6BF-115F-4E88-8D3E713E3509}"/>
              </a:ext>
            </a:extLst>
          </p:cNvPr>
          <p:cNvSpPr txBox="1"/>
          <p:nvPr/>
        </p:nvSpPr>
        <p:spPr>
          <a:xfrm>
            <a:off x="3653329" y="5777291"/>
            <a:ext cx="2311406" cy="230832"/>
          </a:xfrm>
          <a:prstGeom prst="rect">
            <a:avLst/>
          </a:prstGeom>
          <a:noFill/>
        </p:spPr>
        <p:txBody>
          <a:bodyPr wrap="square" rtlCol="0">
            <a:spAutoFit/>
          </a:bodyPr>
          <a:lstStyle/>
          <a:p>
            <a:pPr algn="ctr"/>
            <a:r>
              <a:rPr lang="fr-FR" sz="900" b="1" dirty="0"/>
              <a:t>80 + i*160 </a:t>
            </a:r>
            <a:r>
              <a:rPr lang="fr-FR" sz="900" b="1" dirty="0" err="1"/>
              <a:t>samples</a:t>
            </a:r>
            <a:r>
              <a:rPr lang="fr-FR" sz="900" b="1" dirty="0"/>
              <a:t> </a:t>
            </a:r>
            <a:endParaRPr lang="fr-FR" sz="900" b="1" dirty="0">
              <a:solidFill>
                <a:schemeClr val="tx1"/>
              </a:solidFill>
            </a:endParaRPr>
          </a:p>
        </p:txBody>
      </p:sp>
      <p:sp>
        <p:nvSpPr>
          <p:cNvPr id="51" name="TextBox 50">
            <a:extLst>
              <a:ext uri="{FF2B5EF4-FFF2-40B4-BE49-F238E27FC236}">
                <a16:creationId xmlns:a16="http://schemas.microsoft.com/office/drawing/2014/main" id="{A282AA49-500A-9AF2-0ADF-FFD82474AF02}"/>
              </a:ext>
            </a:extLst>
          </p:cNvPr>
          <p:cNvSpPr txBox="1"/>
          <p:nvPr/>
        </p:nvSpPr>
        <p:spPr>
          <a:xfrm>
            <a:off x="6825184" y="5765822"/>
            <a:ext cx="2586803" cy="230832"/>
          </a:xfrm>
          <a:prstGeom prst="rect">
            <a:avLst/>
          </a:prstGeom>
          <a:noFill/>
        </p:spPr>
        <p:txBody>
          <a:bodyPr wrap="square" rtlCol="0">
            <a:spAutoFit/>
          </a:bodyPr>
          <a:lstStyle/>
          <a:p>
            <a:pPr algn="ctr"/>
            <a:r>
              <a:rPr lang="fr-FR" sz="900" b="1" dirty="0"/>
              <a:t>7920 – i*160 </a:t>
            </a:r>
            <a:r>
              <a:rPr lang="fr-FR" sz="900" b="1" dirty="0" err="1"/>
              <a:t>samples</a:t>
            </a:r>
            <a:endParaRPr lang="fr-FR" sz="900" b="1" dirty="0">
              <a:solidFill>
                <a:schemeClr val="tx1"/>
              </a:solidFill>
            </a:endParaRPr>
          </a:p>
        </p:txBody>
      </p:sp>
      <p:sp>
        <p:nvSpPr>
          <p:cNvPr id="53" name="Rectangle : coins arrondis 18">
            <a:extLst>
              <a:ext uri="{FF2B5EF4-FFF2-40B4-BE49-F238E27FC236}">
                <a16:creationId xmlns:a16="http://schemas.microsoft.com/office/drawing/2014/main" id="{A1C27E13-5987-BA4E-2173-5505F4C57C6D}"/>
              </a:ext>
            </a:extLst>
          </p:cNvPr>
          <p:cNvSpPr/>
          <p:nvPr/>
        </p:nvSpPr>
        <p:spPr>
          <a:xfrm>
            <a:off x="93320" y="1614218"/>
            <a:ext cx="1610226"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a:r>
              <a:rPr lang="fr-FR" sz="1600" b="1" dirty="0">
                <a:solidFill>
                  <a:schemeClr val="tx1"/>
                </a:solidFill>
              </a:rPr>
              <a:t>Initialisation</a:t>
            </a:r>
            <a:endParaRPr lang="en-FR" sz="1050" b="1" dirty="0">
              <a:solidFill>
                <a:schemeClr val="tx1"/>
              </a:solidFill>
            </a:endParaRPr>
          </a:p>
        </p:txBody>
      </p:sp>
      <p:sp>
        <p:nvSpPr>
          <p:cNvPr id="4" name="TextBox 3">
            <a:extLst>
              <a:ext uri="{FF2B5EF4-FFF2-40B4-BE49-F238E27FC236}">
                <a16:creationId xmlns:a16="http://schemas.microsoft.com/office/drawing/2014/main" id="{45EE4566-2DD8-A6EC-96D9-1E288B4250B1}"/>
              </a:ext>
            </a:extLst>
          </p:cNvPr>
          <p:cNvSpPr txBox="1"/>
          <p:nvPr/>
        </p:nvSpPr>
        <p:spPr>
          <a:xfrm>
            <a:off x="502327" y="1020160"/>
            <a:ext cx="11440286" cy="369332"/>
          </a:xfrm>
          <a:prstGeom prst="rect">
            <a:avLst/>
          </a:prstGeom>
          <a:solidFill>
            <a:schemeClr val="bg1">
              <a:lumMod val="95000"/>
            </a:schemeClr>
          </a:solidFill>
          <a:effectLst>
            <a:softEdge rad="0"/>
          </a:effectLst>
        </p:spPr>
        <p:txBody>
          <a:bodyPr wrap="square" rtlCol="0">
            <a:spAutoFit/>
          </a:bodyPr>
          <a:lstStyle/>
          <a:p>
            <a:r>
              <a:rPr lang="en-FR" sz="1800" dirty="0">
                <a:solidFill>
                  <a:schemeClr val="tx1"/>
                </a:solidFill>
              </a:rPr>
              <a:t>Example of a dataset of </a:t>
            </a:r>
            <a:r>
              <a:rPr lang="en-FR" sz="1800" b="1" dirty="0">
                <a:solidFill>
                  <a:schemeClr val="tx1"/>
                </a:solidFill>
              </a:rPr>
              <a:t>10 000 samples </a:t>
            </a:r>
            <a:r>
              <a:rPr lang="en-FR" sz="1800" dirty="0">
                <a:solidFill>
                  <a:schemeClr val="tx1"/>
                </a:solidFill>
              </a:rPr>
              <a:t>: </a:t>
            </a:r>
            <a:r>
              <a:rPr lang="en-FR" sz="1800" b="1" dirty="0">
                <a:solidFill>
                  <a:schemeClr val="tx1"/>
                </a:solidFill>
              </a:rPr>
              <a:t>test_ratio = 20%   </a:t>
            </a:r>
            <a:r>
              <a:rPr lang="en-GB" sz="1800" b="1" dirty="0" err="1">
                <a:solidFill>
                  <a:schemeClr val="tx1"/>
                </a:solidFill>
              </a:rPr>
              <a:t>labeled_ratio</a:t>
            </a:r>
            <a:r>
              <a:rPr lang="en-GB" sz="1800" b="1" dirty="0">
                <a:solidFill>
                  <a:schemeClr val="tx1"/>
                </a:solidFill>
              </a:rPr>
              <a:t>  = 1% </a:t>
            </a:r>
            <a:r>
              <a:rPr lang="en-GB" b="1" dirty="0"/>
              <a:t>   </a:t>
            </a:r>
            <a:r>
              <a:rPr lang="en-GB" sz="1800" b="1" dirty="0" err="1">
                <a:solidFill>
                  <a:schemeClr val="tx1"/>
                </a:solidFill>
              </a:rPr>
              <a:t>Batch_ratio</a:t>
            </a:r>
            <a:r>
              <a:rPr lang="en-GB" sz="1800" b="1" dirty="0">
                <a:solidFill>
                  <a:schemeClr val="tx1"/>
                </a:solidFill>
              </a:rPr>
              <a:t> = </a:t>
            </a:r>
            <a:r>
              <a:rPr lang="fr-FR" sz="1800" b="1" dirty="0">
                <a:solidFill>
                  <a:schemeClr val="tx1"/>
                </a:solidFill>
              </a:rPr>
              <a:t>2% </a:t>
            </a:r>
            <a:r>
              <a:rPr lang="fr-FR" sz="1000" b="1" dirty="0">
                <a:solidFill>
                  <a:schemeClr val="tx1"/>
                </a:solidFill>
              </a:rPr>
              <a:t>(</a:t>
            </a:r>
            <a:r>
              <a:rPr lang="en-FR" sz="1000" b="1" dirty="0">
                <a:solidFill>
                  <a:schemeClr val="tx1"/>
                </a:solidFill>
              </a:rPr>
              <a:t>Adding 160 samples at each iteration)</a:t>
            </a:r>
          </a:p>
        </p:txBody>
      </p:sp>
      <p:sp>
        <p:nvSpPr>
          <p:cNvPr id="6" name="TextBox 5">
            <a:extLst>
              <a:ext uri="{FF2B5EF4-FFF2-40B4-BE49-F238E27FC236}">
                <a16:creationId xmlns:a16="http://schemas.microsoft.com/office/drawing/2014/main" id="{6B6CA325-E9FA-2539-9826-750D686D6428}"/>
              </a:ext>
            </a:extLst>
          </p:cNvPr>
          <p:cNvSpPr txBox="1"/>
          <p:nvPr/>
        </p:nvSpPr>
        <p:spPr>
          <a:xfrm>
            <a:off x="10069037" y="5724939"/>
            <a:ext cx="911418" cy="230832"/>
          </a:xfrm>
          <a:prstGeom prst="rect">
            <a:avLst/>
          </a:prstGeom>
          <a:noFill/>
        </p:spPr>
        <p:txBody>
          <a:bodyPr wrap="square" rtlCol="0">
            <a:spAutoFit/>
          </a:bodyPr>
          <a:lstStyle/>
          <a:p>
            <a:r>
              <a:rPr lang="fr-FR" sz="900" b="1" dirty="0"/>
              <a:t>2 000 </a:t>
            </a:r>
            <a:r>
              <a:rPr lang="fr-FR" sz="900" b="1" dirty="0" err="1"/>
              <a:t>samples</a:t>
            </a:r>
            <a:endParaRPr lang="en-FR" sz="900" dirty="0"/>
          </a:p>
        </p:txBody>
      </p:sp>
      <p:sp>
        <p:nvSpPr>
          <p:cNvPr id="7" name="Left Arrow 6">
            <a:extLst>
              <a:ext uri="{FF2B5EF4-FFF2-40B4-BE49-F238E27FC236}">
                <a16:creationId xmlns:a16="http://schemas.microsoft.com/office/drawing/2014/main" id="{ED9AA741-D1F3-A1A1-9DCC-3BC122386963}"/>
              </a:ext>
            </a:extLst>
          </p:cNvPr>
          <p:cNvSpPr/>
          <p:nvPr/>
        </p:nvSpPr>
        <p:spPr>
          <a:xfrm rot="20401838">
            <a:off x="4387456" y="2361742"/>
            <a:ext cx="1092427" cy="138770"/>
          </a:xfrm>
          <a:prstGeom prst="leftArrow">
            <a:avLst/>
          </a:prstGeom>
          <a:gradFill flip="none" rotWithShape="1">
            <a:gsLst>
              <a:gs pos="0">
                <a:schemeClr val="accent1">
                  <a:lumMod val="40000"/>
                  <a:lumOff val="60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6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1" name="Rectangle : coins arrondis 18">
            <a:extLst>
              <a:ext uri="{FF2B5EF4-FFF2-40B4-BE49-F238E27FC236}">
                <a16:creationId xmlns:a16="http://schemas.microsoft.com/office/drawing/2014/main" id="{42589CAC-D2FE-B072-3A7A-17F83DB91D6B}"/>
              </a:ext>
            </a:extLst>
          </p:cNvPr>
          <p:cNvSpPr/>
          <p:nvPr/>
        </p:nvSpPr>
        <p:spPr>
          <a:xfrm>
            <a:off x="3783022" y="6262304"/>
            <a:ext cx="5273704" cy="466398"/>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600" b="1" dirty="0">
                <a:solidFill>
                  <a:schemeClr val="tx1"/>
                </a:solidFill>
              </a:rPr>
              <a:t>How to select the </a:t>
            </a:r>
            <a:r>
              <a:rPr lang="fr-FR" sz="1600" b="1" dirty="0" err="1">
                <a:solidFill>
                  <a:schemeClr val="tx1"/>
                </a:solidFill>
              </a:rPr>
              <a:t>most</a:t>
            </a:r>
            <a:r>
              <a:rPr lang="fr-FR" sz="1600" b="1" dirty="0">
                <a:solidFill>
                  <a:schemeClr val="tx1"/>
                </a:solidFill>
              </a:rPr>
              <a:t> </a:t>
            </a:r>
            <a:r>
              <a:rPr lang="fr-FR" sz="1600" b="1" dirty="0" err="1">
                <a:solidFill>
                  <a:schemeClr val="tx1"/>
                </a:solidFill>
              </a:rPr>
              <a:t>impactful</a:t>
            </a:r>
            <a:r>
              <a:rPr lang="fr-FR" sz="1600" b="1" dirty="0">
                <a:solidFill>
                  <a:schemeClr val="tx1"/>
                </a:solidFill>
              </a:rPr>
              <a:t> data ?</a:t>
            </a:r>
            <a:endParaRPr lang="en-FR" sz="1050" b="1" dirty="0">
              <a:solidFill>
                <a:schemeClr val="tx1"/>
              </a:solidFill>
            </a:endParaRPr>
          </a:p>
        </p:txBody>
      </p:sp>
      <p:sp>
        <p:nvSpPr>
          <p:cNvPr id="21" name="Rectangle : coins arrondis 18">
            <a:extLst>
              <a:ext uri="{FF2B5EF4-FFF2-40B4-BE49-F238E27FC236}">
                <a16:creationId xmlns:a16="http://schemas.microsoft.com/office/drawing/2014/main" id="{412D7D4A-0102-DC27-1BD6-96A2C0581968}"/>
              </a:ext>
            </a:extLst>
          </p:cNvPr>
          <p:cNvSpPr/>
          <p:nvPr/>
        </p:nvSpPr>
        <p:spPr>
          <a:xfrm>
            <a:off x="1405551" y="2313375"/>
            <a:ext cx="1694010" cy="302253"/>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27" name="TextBox 26">
            <a:extLst>
              <a:ext uri="{FF2B5EF4-FFF2-40B4-BE49-F238E27FC236}">
                <a16:creationId xmlns:a16="http://schemas.microsoft.com/office/drawing/2014/main" id="{18FA5BC0-8FB6-A377-1E37-1A52DC949A58}"/>
              </a:ext>
            </a:extLst>
          </p:cNvPr>
          <p:cNvSpPr txBox="1"/>
          <p:nvPr/>
        </p:nvSpPr>
        <p:spPr>
          <a:xfrm>
            <a:off x="1459367" y="2284805"/>
            <a:ext cx="1640193" cy="369332"/>
          </a:xfrm>
          <a:prstGeom prst="rect">
            <a:avLst/>
          </a:prstGeom>
          <a:noFill/>
        </p:spPr>
        <p:txBody>
          <a:bodyPr wrap="none" rtlCol="0">
            <a:spAutoFit/>
          </a:bodyPr>
          <a:lstStyle/>
          <a:p>
            <a:r>
              <a:rPr lang="en-FR" b="1" i="1" dirty="0"/>
              <a:t>Model Training</a:t>
            </a:r>
          </a:p>
        </p:txBody>
      </p:sp>
      <p:sp>
        <p:nvSpPr>
          <p:cNvPr id="28" name="TextBox 27">
            <a:extLst>
              <a:ext uri="{FF2B5EF4-FFF2-40B4-BE49-F238E27FC236}">
                <a16:creationId xmlns:a16="http://schemas.microsoft.com/office/drawing/2014/main" id="{3EAD112D-243D-2317-B210-C1F4E9C90485}"/>
              </a:ext>
            </a:extLst>
          </p:cNvPr>
          <p:cNvSpPr txBox="1"/>
          <p:nvPr/>
        </p:nvSpPr>
        <p:spPr>
          <a:xfrm>
            <a:off x="4321743" y="6169794"/>
            <a:ext cx="184731" cy="369332"/>
          </a:xfrm>
          <a:prstGeom prst="rect">
            <a:avLst/>
          </a:prstGeom>
          <a:noFill/>
        </p:spPr>
        <p:txBody>
          <a:bodyPr wrap="none" rtlCol="0">
            <a:spAutoFit/>
          </a:bodyPr>
          <a:lstStyle/>
          <a:p>
            <a:endParaRPr lang="en-FR" dirty="0"/>
          </a:p>
        </p:txBody>
      </p:sp>
      <p:sp>
        <p:nvSpPr>
          <p:cNvPr id="39" name="Rectangle : coins arrondis 18">
            <a:extLst>
              <a:ext uri="{FF2B5EF4-FFF2-40B4-BE49-F238E27FC236}">
                <a16:creationId xmlns:a16="http://schemas.microsoft.com/office/drawing/2014/main" id="{9696F120-E825-F1EA-7142-8847F09DC5C6}"/>
              </a:ext>
            </a:extLst>
          </p:cNvPr>
          <p:cNvSpPr/>
          <p:nvPr/>
        </p:nvSpPr>
        <p:spPr>
          <a:xfrm>
            <a:off x="5617711" y="2273630"/>
            <a:ext cx="3338006" cy="369332"/>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49" name="TextBox 48">
            <a:extLst>
              <a:ext uri="{FF2B5EF4-FFF2-40B4-BE49-F238E27FC236}">
                <a16:creationId xmlns:a16="http://schemas.microsoft.com/office/drawing/2014/main" id="{A0DB1AC0-CCA0-33FE-4898-288F3FB6775E}"/>
              </a:ext>
            </a:extLst>
          </p:cNvPr>
          <p:cNvSpPr txBox="1"/>
          <p:nvPr/>
        </p:nvSpPr>
        <p:spPr>
          <a:xfrm>
            <a:off x="5677447" y="2285626"/>
            <a:ext cx="3270447" cy="338554"/>
          </a:xfrm>
          <a:prstGeom prst="rect">
            <a:avLst/>
          </a:prstGeom>
          <a:noFill/>
        </p:spPr>
        <p:txBody>
          <a:bodyPr wrap="none" rtlCol="0">
            <a:spAutoFit/>
          </a:bodyPr>
          <a:lstStyle/>
          <a:p>
            <a:r>
              <a:rPr lang="en-FR" sz="1600" b="1" dirty="0"/>
              <a:t>Selection of the most impactful data</a:t>
            </a:r>
          </a:p>
        </p:txBody>
      </p:sp>
      <p:sp>
        <p:nvSpPr>
          <p:cNvPr id="3" name="Rectangle 2">
            <a:extLst>
              <a:ext uri="{FF2B5EF4-FFF2-40B4-BE49-F238E27FC236}">
                <a16:creationId xmlns:a16="http://schemas.microsoft.com/office/drawing/2014/main" id="{D1965586-DD68-8925-45EA-214959442221}"/>
              </a:ext>
            </a:extLst>
          </p:cNvPr>
          <p:cNvSpPr/>
          <p:nvPr/>
        </p:nvSpPr>
        <p:spPr>
          <a:xfrm>
            <a:off x="2704110" y="3946583"/>
            <a:ext cx="3057383" cy="64633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12" name="Rectangle 11">
            <a:extLst>
              <a:ext uri="{FF2B5EF4-FFF2-40B4-BE49-F238E27FC236}">
                <a16:creationId xmlns:a16="http://schemas.microsoft.com/office/drawing/2014/main" id="{DA56230D-A020-106A-C0DF-C934A7117F26}"/>
              </a:ext>
            </a:extLst>
          </p:cNvPr>
          <p:cNvSpPr/>
          <p:nvPr/>
        </p:nvSpPr>
        <p:spPr>
          <a:xfrm>
            <a:off x="5800539" y="3946583"/>
            <a:ext cx="3342100" cy="64633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ln>
                <a:solidFill>
                  <a:schemeClr val="accent1">
                    <a:lumMod val="20000"/>
                    <a:lumOff val="80000"/>
                  </a:schemeClr>
                </a:solidFill>
              </a:ln>
            </a:endParaRPr>
          </a:p>
        </p:txBody>
      </p:sp>
      <p:sp>
        <p:nvSpPr>
          <p:cNvPr id="30" name="Rectangle 29">
            <a:extLst>
              <a:ext uri="{FF2B5EF4-FFF2-40B4-BE49-F238E27FC236}">
                <a16:creationId xmlns:a16="http://schemas.microsoft.com/office/drawing/2014/main" id="{9F3926CB-6B7E-7D82-36C0-4524EE782F0A}"/>
              </a:ext>
            </a:extLst>
          </p:cNvPr>
          <p:cNvSpPr/>
          <p:nvPr/>
        </p:nvSpPr>
        <p:spPr>
          <a:xfrm>
            <a:off x="9487107" y="3946583"/>
            <a:ext cx="1947627" cy="64633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ln>
                <a:solidFill>
                  <a:schemeClr val="accent1">
                    <a:lumMod val="20000"/>
                    <a:lumOff val="80000"/>
                  </a:schemeClr>
                </a:solidFill>
              </a:ln>
            </a:endParaRPr>
          </a:p>
        </p:txBody>
      </p:sp>
      <p:sp>
        <p:nvSpPr>
          <p:cNvPr id="31" name="TextBox 30">
            <a:extLst>
              <a:ext uri="{FF2B5EF4-FFF2-40B4-BE49-F238E27FC236}">
                <a16:creationId xmlns:a16="http://schemas.microsoft.com/office/drawing/2014/main" id="{341557CF-CD6E-9341-4FFB-7C4483C50ED0}"/>
              </a:ext>
            </a:extLst>
          </p:cNvPr>
          <p:cNvSpPr txBox="1"/>
          <p:nvPr/>
        </p:nvSpPr>
        <p:spPr>
          <a:xfrm>
            <a:off x="3267321" y="4353967"/>
            <a:ext cx="2098775" cy="230832"/>
          </a:xfrm>
          <a:prstGeom prst="rect">
            <a:avLst/>
          </a:prstGeom>
          <a:noFill/>
        </p:spPr>
        <p:txBody>
          <a:bodyPr wrap="square" rtlCol="0">
            <a:spAutoFit/>
          </a:bodyPr>
          <a:lstStyle/>
          <a:p>
            <a:pPr algn="ctr"/>
            <a:r>
              <a:rPr lang="fr-FR" sz="900" b="1" dirty="0"/>
              <a:t>400 </a:t>
            </a:r>
            <a:r>
              <a:rPr lang="fr-FR" sz="900" b="1" dirty="0" err="1"/>
              <a:t>samples</a:t>
            </a:r>
            <a:endParaRPr lang="fr-FR" sz="900" b="1" dirty="0">
              <a:solidFill>
                <a:schemeClr val="tx1"/>
              </a:solidFill>
            </a:endParaRPr>
          </a:p>
        </p:txBody>
      </p:sp>
      <p:sp>
        <p:nvSpPr>
          <p:cNvPr id="32" name="TextBox 31">
            <a:extLst>
              <a:ext uri="{FF2B5EF4-FFF2-40B4-BE49-F238E27FC236}">
                <a16:creationId xmlns:a16="http://schemas.microsoft.com/office/drawing/2014/main" id="{3A29A920-AE8C-FC95-69F2-E05C8A6F5AF9}"/>
              </a:ext>
            </a:extLst>
          </p:cNvPr>
          <p:cNvSpPr txBox="1"/>
          <p:nvPr/>
        </p:nvSpPr>
        <p:spPr>
          <a:xfrm>
            <a:off x="6176206" y="4364505"/>
            <a:ext cx="2586803" cy="230832"/>
          </a:xfrm>
          <a:prstGeom prst="rect">
            <a:avLst/>
          </a:prstGeom>
          <a:noFill/>
        </p:spPr>
        <p:txBody>
          <a:bodyPr wrap="square" rtlCol="0">
            <a:spAutoFit/>
          </a:bodyPr>
          <a:lstStyle/>
          <a:p>
            <a:pPr algn="ctr"/>
            <a:r>
              <a:rPr lang="fr-FR" sz="900" b="1" dirty="0"/>
              <a:t>7600 </a:t>
            </a:r>
            <a:r>
              <a:rPr lang="fr-FR" sz="900" b="1" dirty="0" err="1"/>
              <a:t>samples</a:t>
            </a:r>
            <a:endParaRPr lang="fr-FR" sz="900" b="1" dirty="0"/>
          </a:p>
        </p:txBody>
      </p:sp>
      <p:sp>
        <p:nvSpPr>
          <p:cNvPr id="33" name="TextBox 32">
            <a:extLst>
              <a:ext uri="{FF2B5EF4-FFF2-40B4-BE49-F238E27FC236}">
                <a16:creationId xmlns:a16="http://schemas.microsoft.com/office/drawing/2014/main" id="{C66A5FC8-BA65-7BF9-9279-4853195A8CA7}"/>
              </a:ext>
            </a:extLst>
          </p:cNvPr>
          <p:cNvSpPr txBox="1"/>
          <p:nvPr/>
        </p:nvSpPr>
        <p:spPr>
          <a:xfrm>
            <a:off x="10069036" y="4353967"/>
            <a:ext cx="1403825" cy="230832"/>
          </a:xfrm>
          <a:prstGeom prst="rect">
            <a:avLst/>
          </a:prstGeom>
          <a:noFill/>
        </p:spPr>
        <p:txBody>
          <a:bodyPr wrap="square" rtlCol="0">
            <a:spAutoFit/>
          </a:bodyPr>
          <a:lstStyle/>
          <a:p>
            <a:r>
              <a:rPr lang="fr-FR" sz="900" b="1" dirty="0"/>
              <a:t>2 000 </a:t>
            </a:r>
            <a:r>
              <a:rPr lang="fr-FR" sz="900" b="1" dirty="0" err="1"/>
              <a:t>samples</a:t>
            </a:r>
            <a:endParaRPr lang="en-FR" sz="900" dirty="0"/>
          </a:p>
        </p:txBody>
      </p:sp>
      <p:sp>
        <p:nvSpPr>
          <p:cNvPr id="34" name="TextBox 33">
            <a:extLst>
              <a:ext uri="{FF2B5EF4-FFF2-40B4-BE49-F238E27FC236}">
                <a16:creationId xmlns:a16="http://schemas.microsoft.com/office/drawing/2014/main" id="{BA2FEF0B-682B-ADFA-15E9-DB0DB689B59B}"/>
              </a:ext>
            </a:extLst>
          </p:cNvPr>
          <p:cNvSpPr txBox="1"/>
          <p:nvPr/>
        </p:nvSpPr>
        <p:spPr>
          <a:xfrm>
            <a:off x="3495611" y="3921990"/>
            <a:ext cx="1576980" cy="369332"/>
          </a:xfrm>
          <a:prstGeom prst="rect">
            <a:avLst/>
          </a:prstGeom>
          <a:noFill/>
        </p:spPr>
        <p:txBody>
          <a:bodyPr wrap="square" rtlCol="0">
            <a:spAutoFit/>
          </a:bodyPr>
          <a:lstStyle/>
          <a:p>
            <a:pPr algn="ctr"/>
            <a:r>
              <a:rPr lang="en-FR" b="1" dirty="0"/>
              <a:t>TRAIN </a:t>
            </a:r>
            <a:r>
              <a:rPr lang="en-FR" sz="1100" b="1" dirty="0"/>
              <a:t>(labeled) </a:t>
            </a:r>
            <a:endParaRPr lang="en-FR" b="1" dirty="0"/>
          </a:p>
        </p:txBody>
      </p:sp>
      <p:sp>
        <p:nvSpPr>
          <p:cNvPr id="35" name="TextBox 34">
            <a:extLst>
              <a:ext uri="{FF2B5EF4-FFF2-40B4-BE49-F238E27FC236}">
                <a16:creationId xmlns:a16="http://schemas.microsoft.com/office/drawing/2014/main" id="{E6EB42D6-5F52-0353-FBE9-F7B4C0367F28}"/>
              </a:ext>
            </a:extLst>
          </p:cNvPr>
          <p:cNvSpPr txBox="1"/>
          <p:nvPr/>
        </p:nvSpPr>
        <p:spPr>
          <a:xfrm>
            <a:off x="6507210" y="3921990"/>
            <a:ext cx="2065704" cy="369332"/>
          </a:xfrm>
          <a:prstGeom prst="rect">
            <a:avLst/>
          </a:prstGeom>
          <a:noFill/>
        </p:spPr>
        <p:txBody>
          <a:bodyPr wrap="square" rtlCol="0">
            <a:spAutoFit/>
          </a:bodyPr>
          <a:lstStyle/>
          <a:p>
            <a:pPr algn="ctr"/>
            <a:r>
              <a:rPr lang="en-FR" b="1" dirty="0"/>
              <a:t>POOL </a:t>
            </a:r>
            <a:r>
              <a:rPr lang="en-FR" sz="1000" b="1" dirty="0"/>
              <a:t>(unlabeled)</a:t>
            </a:r>
            <a:endParaRPr lang="en-FR" b="1" dirty="0"/>
          </a:p>
        </p:txBody>
      </p:sp>
      <p:sp>
        <p:nvSpPr>
          <p:cNvPr id="36" name="TextBox 35">
            <a:extLst>
              <a:ext uri="{FF2B5EF4-FFF2-40B4-BE49-F238E27FC236}">
                <a16:creationId xmlns:a16="http://schemas.microsoft.com/office/drawing/2014/main" id="{2860D6A5-7C85-F0B2-9E9B-F89BFDDCB454}"/>
              </a:ext>
            </a:extLst>
          </p:cNvPr>
          <p:cNvSpPr txBox="1"/>
          <p:nvPr/>
        </p:nvSpPr>
        <p:spPr>
          <a:xfrm>
            <a:off x="9758642" y="3947600"/>
            <a:ext cx="1593884" cy="369332"/>
          </a:xfrm>
          <a:prstGeom prst="rect">
            <a:avLst/>
          </a:prstGeom>
          <a:noFill/>
        </p:spPr>
        <p:txBody>
          <a:bodyPr wrap="square" rtlCol="0">
            <a:spAutoFit/>
          </a:bodyPr>
          <a:lstStyle/>
          <a:p>
            <a:pPr algn="ctr"/>
            <a:r>
              <a:rPr lang="en-FR" b="1" dirty="0"/>
              <a:t>TEST </a:t>
            </a:r>
            <a:r>
              <a:rPr lang="en-FR" sz="1000" b="1" dirty="0"/>
              <a:t>(labeled) </a:t>
            </a:r>
            <a:endParaRPr lang="en-FR" b="1" dirty="0"/>
          </a:p>
        </p:txBody>
      </p:sp>
      <p:sp>
        <p:nvSpPr>
          <p:cNvPr id="37" name="Rectangle : coins arrondis 18">
            <a:extLst>
              <a:ext uri="{FF2B5EF4-FFF2-40B4-BE49-F238E27FC236}">
                <a16:creationId xmlns:a16="http://schemas.microsoft.com/office/drawing/2014/main" id="{304B9AF6-BE9A-3650-E45F-9676DB0BCDAB}"/>
              </a:ext>
            </a:extLst>
          </p:cNvPr>
          <p:cNvSpPr/>
          <p:nvPr/>
        </p:nvSpPr>
        <p:spPr>
          <a:xfrm>
            <a:off x="182910" y="4045834"/>
            <a:ext cx="1366047" cy="30225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400" b="1" dirty="0">
                <a:solidFill>
                  <a:schemeClr val="tx1"/>
                </a:solidFill>
              </a:rPr>
              <a:t>2</a:t>
            </a:r>
            <a:r>
              <a:rPr lang="fr-FR" sz="1400" b="1" baseline="30000" dirty="0">
                <a:solidFill>
                  <a:schemeClr val="tx1"/>
                </a:solidFill>
              </a:rPr>
              <a:t>nd</a:t>
            </a:r>
            <a:r>
              <a:rPr lang="fr-FR" sz="1400" b="1" dirty="0">
                <a:solidFill>
                  <a:schemeClr val="tx1"/>
                </a:solidFill>
              </a:rPr>
              <a:t> </a:t>
            </a:r>
            <a:r>
              <a:rPr lang="fr-FR" sz="1400" b="1" dirty="0" err="1">
                <a:solidFill>
                  <a:schemeClr val="tx1"/>
                </a:solidFill>
              </a:rPr>
              <a:t>iteration</a:t>
            </a:r>
            <a:endParaRPr lang="en-FR" sz="1000" b="1" dirty="0">
              <a:solidFill>
                <a:schemeClr val="tx1"/>
              </a:solidFill>
            </a:endParaRPr>
          </a:p>
        </p:txBody>
      </p:sp>
      <p:sp>
        <p:nvSpPr>
          <p:cNvPr id="38" name="Left Arrow 37">
            <a:extLst>
              <a:ext uri="{FF2B5EF4-FFF2-40B4-BE49-F238E27FC236}">
                <a16:creationId xmlns:a16="http://schemas.microsoft.com/office/drawing/2014/main" id="{0BFB2060-BFF7-5249-B067-7878E8B0BB4C}"/>
              </a:ext>
            </a:extLst>
          </p:cNvPr>
          <p:cNvSpPr/>
          <p:nvPr/>
        </p:nvSpPr>
        <p:spPr>
          <a:xfrm rot="20401838">
            <a:off x="4881452" y="3578509"/>
            <a:ext cx="1092427" cy="138770"/>
          </a:xfrm>
          <a:prstGeom prst="leftArrow">
            <a:avLst/>
          </a:prstGeom>
          <a:gradFill flip="none" rotWithShape="1">
            <a:gsLst>
              <a:gs pos="0">
                <a:schemeClr val="accent1">
                  <a:lumMod val="40000"/>
                  <a:lumOff val="60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6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3" name="Rectangle : coins arrondis 18">
            <a:extLst>
              <a:ext uri="{FF2B5EF4-FFF2-40B4-BE49-F238E27FC236}">
                <a16:creationId xmlns:a16="http://schemas.microsoft.com/office/drawing/2014/main" id="{9C1873B4-3B00-B2CC-10C8-9D53AE1F2D5C}"/>
              </a:ext>
            </a:extLst>
          </p:cNvPr>
          <p:cNvSpPr/>
          <p:nvPr/>
        </p:nvSpPr>
        <p:spPr>
          <a:xfrm>
            <a:off x="1410473" y="3527645"/>
            <a:ext cx="1924045" cy="302253"/>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44" name="TextBox 43">
            <a:extLst>
              <a:ext uri="{FF2B5EF4-FFF2-40B4-BE49-F238E27FC236}">
                <a16:creationId xmlns:a16="http://schemas.microsoft.com/office/drawing/2014/main" id="{123743CF-F42D-F341-B584-59B8C13B59E0}"/>
              </a:ext>
            </a:extLst>
          </p:cNvPr>
          <p:cNvSpPr txBox="1"/>
          <p:nvPr/>
        </p:nvSpPr>
        <p:spPr>
          <a:xfrm>
            <a:off x="1464290" y="3499075"/>
            <a:ext cx="1870228" cy="369332"/>
          </a:xfrm>
          <a:prstGeom prst="rect">
            <a:avLst/>
          </a:prstGeom>
          <a:noFill/>
        </p:spPr>
        <p:txBody>
          <a:bodyPr wrap="square" rtlCol="0">
            <a:spAutoFit/>
          </a:bodyPr>
          <a:lstStyle/>
          <a:p>
            <a:r>
              <a:rPr lang="en-FR" b="1" i="1" dirty="0"/>
              <a:t>Model Retraining</a:t>
            </a:r>
          </a:p>
        </p:txBody>
      </p:sp>
      <p:sp>
        <p:nvSpPr>
          <p:cNvPr id="55" name="Rectangle : coins arrondis 18">
            <a:extLst>
              <a:ext uri="{FF2B5EF4-FFF2-40B4-BE49-F238E27FC236}">
                <a16:creationId xmlns:a16="http://schemas.microsoft.com/office/drawing/2014/main" id="{8B8507AE-7C00-21F0-36FE-0098E06ED512}"/>
              </a:ext>
            </a:extLst>
          </p:cNvPr>
          <p:cNvSpPr/>
          <p:nvPr/>
        </p:nvSpPr>
        <p:spPr>
          <a:xfrm>
            <a:off x="177986" y="5507314"/>
            <a:ext cx="1366047" cy="30225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400" b="1" dirty="0" err="1">
                <a:solidFill>
                  <a:schemeClr val="tx1"/>
                </a:solidFill>
              </a:rPr>
              <a:t>i</a:t>
            </a:r>
            <a:r>
              <a:rPr lang="fr-FR" sz="1400" b="1" baseline="30000" dirty="0" err="1">
                <a:solidFill>
                  <a:schemeClr val="tx1"/>
                </a:solidFill>
              </a:rPr>
              <a:t>th</a:t>
            </a:r>
            <a:r>
              <a:rPr lang="fr-FR" sz="1400" b="1" dirty="0">
                <a:solidFill>
                  <a:schemeClr val="tx1"/>
                </a:solidFill>
              </a:rPr>
              <a:t> </a:t>
            </a:r>
            <a:r>
              <a:rPr lang="fr-FR" sz="1400" b="1" dirty="0" err="1">
                <a:solidFill>
                  <a:schemeClr val="tx1"/>
                </a:solidFill>
              </a:rPr>
              <a:t>iteration</a:t>
            </a:r>
            <a:endParaRPr lang="en-FR" sz="1000" b="1" dirty="0">
              <a:solidFill>
                <a:schemeClr val="tx1"/>
              </a:solidFill>
            </a:endParaRPr>
          </a:p>
        </p:txBody>
      </p:sp>
      <p:sp>
        <p:nvSpPr>
          <p:cNvPr id="56" name="Rectangle : coins arrondis 18">
            <a:extLst>
              <a:ext uri="{FF2B5EF4-FFF2-40B4-BE49-F238E27FC236}">
                <a16:creationId xmlns:a16="http://schemas.microsoft.com/office/drawing/2014/main" id="{58E10994-B7A1-FB8A-50FD-0420D7922C31}"/>
              </a:ext>
            </a:extLst>
          </p:cNvPr>
          <p:cNvSpPr/>
          <p:nvPr/>
        </p:nvSpPr>
        <p:spPr>
          <a:xfrm>
            <a:off x="1438994" y="4741926"/>
            <a:ext cx="1895524" cy="302253"/>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57" name="TextBox 56">
            <a:extLst>
              <a:ext uri="{FF2B5EF4-FFF2-40B4-BE49-F238E27FC236}">
                <a16:creationId xmlns:a16="http://schemas.microsoft.com/office/drawing/2014/main" id="{A2CBB328-D64E-1E19-0C31-CA2E0B68486E}"/>
              </a:ext>
            </a:extLst>
          </p:cNvPr>
          <p:cNvSpPr txBox="1"/>
          <p:nvPr/>
        </p:nvSpPr>
        <p:spPr>
          <a:xfrm>
            <a:off x="1492811" y="4713356"/>
            <a:ext cx="1853200" cy="369332"/>
          </a:xfrm>
          <a:prstGeom prst="rect">
            <a:avLst/>
          </a:prstGeom>
          <a:noFill/>
        </p:spPr>
        <p:txBody>
          <a:bodyPr wrap="none" rtlCol="0">
            <a:spAutoFit/>
          </a:bodyPr>
          <a:lstStyle/>
          <a:p>
            <a:r>
              <a:rPr lang="en-FR" b="1" i="1" dirty="0"/>
              <a:t>Model Retraining</a:t>
            </a:r>
          </a:p>
        </p:txBody>
      </p:sp>
      <p:sp>
        <p:nvSpPr>
          <p:cNvPr id="73" name="TextBox 72">
            <a:extLst>
              <a:ext uri="{FF2B5EF4-FFF2-40B4-BE49-F238E27FC236}">
                <a16:creationId xmlns:a16="http://schemas.microsoft.com/office/drawing/2014/main" id="{81041110-00E1-6004-524C-DFE27172C181}"/>
              </a:ext>
            </a:extLst>
          </p:cNvPr>
          <p:cNvSpPr txBox="1"/>
          <p:nvPr/>
        </p:nvSpPr>
        <p:spPr>
          <a:xfrm>
            <a:off x="3976402" y="5333256"/>
            <a:ext cx="1576980" cy="369332"/>
          </a:xfrm>
          <a:prstGeom prst="rect">
            <a:avLst/>
          </a:prstGeom>
          <a:noFill/>
        </p:spPr>
        <p:txBody>
          <a:bodyPr wrap="square" rtlCol="0">
            <a:spAutoFit/>
          </a:bodyPr>
          <a:lstStyle/>
          <a:p>
            <a:pPr algn="ctr"/>
            <a:r>
              <a:rPr lang="en-FR" b="1" dirty="0"/>
              <a:t>TRAIN </a:t>
            </a:r>
            <a:r>
              <a:rPr lang="en-FR" sz="1100" b="1" dirty="0"/>
              <a:t>(labeled) </a:t>
            </a:r>
            <a:endParaRPr lang="en-FR" b="1" dirty="0"/>
          </a:p>
        </p:txBody>
      </p:sp>
      <p:sp>
        <p:nvSpPr>
          <p:cNvPr id="74" name="TextBox 73">
            <a:extLst>
              <a:ext uri="{FF2B5EF4-FFF2-40B4-BE49-F238E27FC236}">
                <a16:creationId xmlns:a16="http://schemas.microsoft.com/office/drawing/2014/main" id="{44FADBE4-1B4D-A29D-4C43-35E5553A3F49}"/>
              </a:ext>
            </a:extLst>
          </p:cNvPr>
          <p:cNvSpPr txBox="1"/>
          <p:nvPr/>
        </p:nvSpPr>
        <p:spPr>
          <a:xfrm>
            <a:off x="7078466" y="5314261"/>
            <a:ext cx="2065704" cy="369332"/>
          </a:xfrm>
          <a:prstGeom prst="rect">
            <a:avLst/>
          </a:prstGeom>
          <a:noFill/>
        </p:spPr>
        <p:txBody>
          <a:bodyPr wrap="square" rtlCol="0">
            <a:spAutoFit/>
          </a:bodyPr>
          <a:lstStyle/>
          <a:p>
            <a:pPr algn="ctr"/>
            <a:r>
              <a:rPr lang="en-FR" b="1" dirty="0"/>
              <a:t>POOL </a:t>
            </a:r>
            <a:r>
              <a:rPr lang="en-FR" sz="1000" b="1" dirty="0"/>
              <a:t>(unlabeled)</a:t>
            </a:r>
            <a:endParaRPr lang="en-FR" b="1" dirty="0"/>
          </a:p>
        </p:txBody>
      </p:sp>
      <p:sp>
        <p:nvSpPr>
          <p:cNvPr id="75" name="TextBox 74">
            <a:extLst>
              <a:ext uri="{FF2B5EF4-FFF2-40B4-BE49-F238E27FC236}">
                <a16:creationId xmlns:a16="http://schemas.microsoft.com/office/drawing/2014/main" id="{847D135F-D82F-AB48-30E4-F424BCCD1358}"/>
              </a:ext>
            </a:extLst>
          </p:cNvPr>
          <p:cNvSpPr txBox="1"/>
          <p:nvPr/>
        </p:nvSpPr>
        <p:spPr>
          <a:xfrm>
            <a:off x="9746837" y="5339871"/>
            <a:ext cx="1593884" cy="369332"/>
          </a:xfrm>
          <a:prstGeom prst="rect">
            <a:avLst/>
          </a:prstGeom>
          <a:noFill/>
        </p:spPr>
        <p:txBody>
          <a:bodyPr wrap="square" rtlCol="0">
            <a:spAutoFit/>
          </a:bodyPr>
          <a:lstStyle/>
          <a:p>
            <a:pPr algn="ctr"/>
            <a:r>
              <a:rPr lang="en-FR" b="1" dirty="0"/>
              <a:t>TEST </a:t>
            </a:r>
            <a:r>
              <a:rPr lang="en-FR" sz="1000" b="1" dirty="0"/>
              <a:t>(labeled) </a:t>
            </a:r>
            <a:endParaRPr lang="en-FR" b="1" dirty="0"/>
          </a:p>
        </p:txBody>
      </p:sp>
      <p:sp>
        <p:nvSpPr>
          <p:cNvPr id="76" name="Rectangle : coins arrondis 18">
            <a:extLst>
              <a:ext uri="{FF2B5EF4-FFF2-40B4-BE49-F238E27FC236}">
                <a16:creationId xmlns:a16="http://schemas.microsoft.com/office/drawing/2014/main" id="{77674A9F-48C5-F214-6D53-99527CA228F0}"/>
              </a:ext>
            </a:extLst>
          </p:cNvPr>
          <p:cNvSpPr/>
          <p:nvPr/>
        </p:nvSpPr>
        <p:spPr>
          <a:xfrm>
            <a:off x="6035579" y="3452514"/>
            <a:ext cx="3338006" cy="369332"/>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77" name="TextBox 76">
            <a:extLst>
              <a:ext uri="{FF2B5EF4-FFF2-40B4-BE49-F238E27FC236}">
                <a16:creationId xmlns:a16="http://schemas.microsoft.com/office/drawing/2014/main" id="{529EF4A8-55FA-EC03-F10D-79E9F57186BF}"/>
              </a:ext>
            </a:extLst>
          </p:cNvPr>
          <p:cNvSpPr txBox="1"/>
          <p:nvPr/>
        </p:nvSpPr>
        <p:spPr>
          <a:xfrm>
            <a:off x="6095315" y="3464510"/>
            <a:ext cx="3275448" cy="338554"/>
          </a:xfrm>
          <a:prstGeom prst="rect">
            <a:avLst/>
          </a:prstGeom>
          <a:noFill/>
        </p:spPr>
        <p:txBody>
          <a:bodyPr wrap="none" rtlCol="0">
            <a:spAutoFit/>
          </a:bodyPr>
          <a:lstStyle/>
          <a:p>
            <a:r>
              <a:rPr lang="en-FR" sz="1600" b="1" dirty="0"/>
              <a:t>Selection of the most impactful data</a:t>
            </a:r>
          </a:p>
        </p:txBody>
      </p:sp>
    </p:spTree>
    <p:extLst>
      <p:ext uri="{BB962C8B-B14F-4D97-AF65-F5344CB8AC3E}">
        <p14:creationId xmlns:p14="http://schemas.microsoft.com/office/powerpoint/2010/main" val="119835875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5"/>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13" grpId="0" animBg="1"/>
      <p:bldP spid="14" grpId="0" animBg="1"/>
      <p:bldP spid="15" grpId="0" animBg="1"/>
      <p:bldP spid="40" grpId="0"/>
      <p:bldP spid="41" grpId="0"/>
      <p:bldP spid="5" grpId="0"/>
      <p:bldP spid="18" grpId="0"/>
      <p:bldP spid="19" grpId="0"/>
      <p:bldP spid="20" grpId="0"/>
      <p:bldP spid="10" grpId="0" animBg="1"/>
      <p:bldP spid="16" grpId="0" animBg="1"/>
      <p:bldP spid="17" grpId="0" animBg="1"/>
      <p:bldP spid="22" grpId="0"/>
      <p:bldP spid="23" grpId="0"/>
      <p:bldP spid="24" grpId="0"/>
      <p:bldP spid="25" grpId="0"/>
      <p:bldP spid="26" grpId="0"/>
      <p:bldP spid="29" grpId="0"/>
      <p:bldP spid="42" grpId="0" animBg="1"/>
      <p:bldP spid="50" grpId="0"/>
      <p:bldP spid="51" grpId="0"/>
      <p:bldP spid="53" grpId="0" animBg="1"/>
      <p:bldP spid="6" grpId="0"/>
      <p:bldP spid="7" grpId="0" animBg="1"/>
      <p:bldP spid="11" grpId="0" animBg="1"/>
      <p:bldP spid="21" grpId="0" animBg="1"/>
      <p:bldP spid="27" grpId="0"/>
      <p:bldP spid="39" grpId="0" animBg="1"/>
      <p:bldP spid="49" grpId="0"/>
      <p:bldP spid="3" grpId="0" animBg="1"/>
      <p:bldP spid="12" grpId="0" animBg="1"/>
      <p:bldP spid="30" grpId="0" animBg="1"/>
      <p:bldP spid="31" grpId="0"/>
      <p:bldP spid="32" grpId="0"/>
      <p:bldP spid="33" grpId="0"/>
      <p:bldP spid="34" grpId="0"/>
      <p:bldP spid="35" grpId="0"/>
      <p:bldP spid="36" grpId="0"/>
      <p:bldP spid="37" grpId="0" animBg="1"/>
      <p:bldP spid="38" grpId="0" animBg="1"/>
      <p:bldP spid="43" grpId="0" animBg="1"/>
      <p:bldP spid="44" grpId="0"/>
      <p:bldP spid="55" grpId="0" animBg="1"/>
      <p:bldP spid="56" grpId="0" animBg="1"/>
      <p:bldP spid="57" grpId="0"/>
      <p:bldP spid="73" grpId="0"/>
      <p:bldP spid="74" grpId="0"/>
      <p:bldP spid="75" grpId="0"/>
      <p:bldP spid="76" grpId="0" animBg="1"/>
      <p:bldP spid="77" grpId="0"/>
    </p:bldLst>
  </p:timing>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6459-C1E7-17BE-87A7-66027D6023FA}"/>
            </a:ext>
          </a:extLst>
        </p:cNvPr>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9C2B10E-7561-53EB-9727-6055D744F645}"/>
              </a:ext>
            </a:extLst>
          </p:cNvPr>
          <p:cNvPicPr>
            <a:picLocks noChangeAspect="1"/>
          </p:cNvPicPr>
          <p:nvPr/>
        </p:nvPicPr>
        <p:blipFill>
          <a:blip r:embed="rId3"/>
          <a:stretch>
            <a:fillRect/>
          </a:stretch>
        </p:blipFill>
        <p:spPr>
          <a:xfrm>
            <a:off x="0" y="0"/>
            <a:ext cx="12192000" cy="6858000"/>
          </a:xfrm>
          <a:prstGeom prst="rect">
            <a:avLst/>
          </a:prstGeom>
        </p:spPr>
      </p:pic>
      <p:sp>
        <p:nvSpPr>
          <p:cNvPr id="3" name="Titre 1">
            <a:extLst>
              <a:ext uri="{FF2B5EF4-FFF2-40B4-BE49-F238E27FC236}">
                <a16:creationId xmlns:a16="http://schemas.microsoft.com/office/drawing/2014/main" id="{D11C4BB4-028C-CDDA-AB89-EEC2BE08C8A1}"/>
              </a:ext>
            </a:extLst>
          </p:cNvPr>
          <p:cNvSpPr>
            <a:spLocks noGrp="1"/>
          </p:cNvSpPr>
          <p:nvPr>
            <p:ph type="title"/>
          </p:nvPr>
        </p:nvSpPr>
        <p:spPr>
          <a:xfrm>
            <a:off x="429990" y="2244683"/>
            <a:ext cx="11332020" cy="2368633"/>
          </a:xfrm>
          <a:noFill/>
          <a:ln>
            <a:noFill/>
          </a:ln>
          <a:effectLst>
            <a:outerShdw blurRad="487818" dist="515678" dir="3000000" sx="179000" sy="179000" algn="tl" rotWithShape="0">
              <a:schemeClr val="tx1">
                <a:alpha val="74000"/>
              </a:schemeClr>
            </a:outerShdw>
          </a:effectLst>
          <a:scene3d>
            <a:camera prst="orthographicFront">
              <a:rot lat="0" lon="0" rev="0"/>
            </a:camera>
            <a:lightRig rig="brightRoom" dir="t">
              <a:rot lat="0" lon="0" rev="600000"/>
            </a:lightRig>
          </a:scene3d>
          <a:sp3d prstMaterial="metal">
            <a:bevelT w="38100" h="57150" prst="angle"/>
          </a:sp3d>
        </p:spPr>
        <p:txBody>
          <a:bodyPr anchor="ctr">
            <a:normAutofit/>
          </a:bodyPr>
          <a:lstStyle/>
          <a:p>
            <a:pPr>
              <a:lnSpc>
                <a:spcPct val="100000"/>
              </a:lnSpc>
              <a:spcAft>
                <a:spcPts val="6000"/>
              </a:spcAft>
            </a:pPr>
            <a:r>
              <a:rPr lang="fr-FR" sz="5400" b="0" dirty="0">
                <a:solidFill>
                  <a:schemeClr val="bg1"/>
                </a:solidFill>
                <a:latin typeface="Metropolis" panose="00000500000000000000" pitchFamily="50" charset="0"/>
              </a:rPr>
              <a:t>PART III</a:t>
            </a:r>
            <a:br>
              <a:rPr lang="fr-FR" sz="5400" b="0" dirty="0">
                <a:solidFill>
                  <a:schemeClr val="bg1"/>
                </a:solidFill>
                <a:latin typeface="Metropolis Black" panose="00000A00000000000000" pitchFamily="50" charset="0"/>
              </a:rPr>
            </a:br>
            <a:r>
              <a:rPr lang="en-US" sz="5400" b="0" dirty="0">
                <a:solidFill>
                  <a:schemeClr val="bg1"/>
                </a:solidFill>
                <a:highlight>
                  <a:srgbClr val="E10014"/>
                </a:highlight>
                <a:latin typeface="Metropolis Black" panose="00000A00000000000000" pitchFamily="50" charset="0"/>
              </a:rPr>
              <a:t>Basic Query Strategies</a:t>
            </a:r>
            <a:endParaRPr lang="fr-FR" sz="5400" b="0" dirty="0">
              <a:solidFill>
                <a:schemeClr val="bg1"/>
              </a:solidFill>
              <a:highlight>
                <a:srgbClr val="E10014"/>
              </a:highlight>
              <a:latin typeface="Metropolis Black" panose="00000A00000000000000" pitchFamily="50" charset="0"/>
            </a:endParaRPr>
          </a:p>
        </p:txBody>
      </p:sp>
    </p:spTree>
    <p:extLst>
      <p:ext uri="{BB962C8B-B14F-4D97-AF65-F5344CB8AC3E}">
        <p14:creationId xmlns:p14="http://schemas.microsoft.com/office/powerpoint/2010/main" val="3528636938"/>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320F1-425A-9BC6-401E-40F18508DF2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EC2DA1E-BF50-8833-8941-F7EB0503DA0A}"/>
              </a:ext>
            </a:extLst>
          </p:cNvPr>
          <p:cNvSpPr/>
          <p:nvPr/>
        </p:nvSpPr>
        <p:spPr>
          <a:xfrm>
            <a:off x="0" y="5351646"/>
            <a:ext cx="1771048" cy="1506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3CDF7656-E604-91A9-7552-72CCBB0961F7}"/>
              </a:ext>
            </a:extLst>
          </p:cNvPr>
          <p:cNvSpPr>
            <a:spLocks noGrp="1"/>
          </p:cNvSpPr>
          <p:nvPr>
            <p:ph type="title"/>
          </p:nvPr>
        </p:nvSpPr>
        <p:spPr/>
        <p:txBody>
          <a:bodyPr/>
          <a:lstStyle/>
          <a:p>
            <a:r>
              <a:rPr lang="fr-FR" dirty="0" err="1"/>
              <a:t>Random</a:t>
            </a:r>
            <a:endParaRPr lang="fr-FR" dirty="0"/>
          </a:p>
        </p:txBody>
      </p:sp>
      <p:sp>
        <p:nvSpPr>
          <p:cNvPr id="3" name="Rectangle: Rounded Corners 3">
            <a:extLst>
              <a:ext uri="{FF2B5EF4-FFF2-40B4-BE49-F238E27FC236}">
                <a16:creationId xmlns:a16="http://schemas.microsoft.com/office/drawing/2014/main" id="{69739E8D-9066-83ED-6938-F3522274E9D8}"/>
              </a:ext>
            </a:extLst>
          </p:cNvPr>
          <p:cNvSpPr/>
          <p:nvPr/>
        </p:nvSpPr>
        <p:spPr>
          <a:xfrm>
            <a:off x="4224227" y="2877247"/>
            <a:ext cx="1284730" cy="56884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P(Dog)</a:t>
            </a:r>
            <a:endParaRPr lang="en-GB" dirty="0">
              <a:latin typeface="Metropolis Black" panose="00000A00000000000000" pitchFamily="50" charset="0"/>
            </a:endParaRPr>
          </a:p>
        </p:txBody>
      </p:sp>
      <p:sp>
        <p:nvSpPr>
          <p:cNvPr id="5" name="Rectangle 4">
            <a:extLst>
              <a:ext uri="{FF2B5EF4-FFF2-40B4-BE49-F238E27FC236}">
                <a16:creationId xmlns:a16="http://schemas.microsoft.com/office/drawing/2014/main" id="{F4380353-B1C9-3432-985D-492474627101}"/>
              </a:ext>
            </a:extLst>
          </p:cNvPr>
          <p:cNvSpPr/>
          <p:nvPr/>
        </p:nvSpPr>
        <p:spPr>
          <a:xfrm>
            <a:off x="4224227" y="3531645"/>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18" name="Rectangle 17">
            <a:extLst>
              <a:ext uri="{FF2B5EF4-FFF2-40B4-BE49-F238E27FC236}">
                <a16:creationId xmlns:a16="http://schemas.microsoft.com/office/drawing/2014/main" id="{DA17B511-169C-DD01-2761-E2465D70996A}"/>
              </a:ext>
            </a:extLst>
          </p:cNvPr>
          <p:cNvSpPr/>
          <p:nvPr/>
        </p:nvSpPr>
        <p:spPr>
          <a:xfrm>
            <a:off x="4224227" y="4362147"/>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a:t>
            </a:r>
          </a:p>
        </p:txBody>
      </p:sp>
      <p:sp>
        <p:nvSpPr>
          <p:cNvPr id="30" name="Rectangle 29">
            <a:extLst>
              <a:ext uri="{FF2B5EF4-FFF2-40B4-BE49-F238E27FC236}">
                <a16:creationId xmlns:a16="http://schemas.microsoft.com/office/drawing/2014/main" id="{004938F9-3327-0A55-FFE6-F8A79E184D86}"/>
              </a:ext>
            </a:extLst>
          </p:cNvPr>
          <p:cNvSpPr/>
          <p:nvPr/>
        </p:nvSpPr>
        <p:spPr>
          <a:xfrm>
            <a:off x="3707353" y="3541620"/>
            <a:ext cx="433351" cy="77738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34" name="Rectangle : coins arrondis 18">
            <a:extLst>
              <a:ext uri="{FF2B5EF4-FFF2-40B4-BE49-F238E27FC236}">
                <a16:creationId xmlns:a16="http://schemas.microsoft.com/office/drawing/2014/main" id="{60F2B2F5-6147-224E-F2A3-AE2020AF57C4}"/>
              </a:ext>
            </a:extLst>
          </p:cNvPr>
          <p:cNvSpPr/>
          <p:nvPr/>
        </p:nvSpPr>
        <p:spPr>
          <a:xfrm>
            <a:off x="777361" y="1691590"/>
            <a:ext cx="2553957" cy="625474"/>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b="1" u="sng" dirty="0">
                <a:solidFill>
                  <a:srgbClr val="000000"/>
                </a:solidFill>
                <a:latin typeface="Metropolis" pitchFamily="2" charset="77"/>
              </a:rPr>
              <a:t>Random :</a:t>
            </a:r>
            <a:endParaRPr lang="en-US" sz="2400" b="1" u="sng" dirty="0">
              <a:solidFill>
                <a:schemeClr val="tx1"/>
              </a:solidFill>
              <a:latin typeface="Metropolis" pitchFamily="2" charset="77"/>
            </a:endParaRPr>
          </a:p>
        </p:txBody>
      </p:sp>
      <p:sp>
        <p:nvSpPr>
          <p:cNvPr id="35" name="Rectangle : coins arrondis 18">
            <a:extLst>
              <a:ext uri="{FF2B5EF4-FFF2-40B4-BE49-F238E27FC236}">
                <a16:creationId xmlns:a16="http://schemas.microsoft.com/office/drawing/2014/main" id="{F810F71A-3E7D-428B-35AA-383F91A99458}"/>
              </a:ext>
            </a:extLst>
          </p:cNvPr>
          <p:cNvSpPr/>
          <p:nvPr/>
        </p:nvSpPr>
        <p:spPr>
          <a:xfrm>
            <a:off x="3971117" y="1679784"/>
            <a:ext cx="7208160"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b="1" dirty="0">
                <a:solidFill>
                  <a:schemeClr val="tx1"/>
                </a:solidFill>
              </a:rPr>
              <a:t>Random </a:t>
            </a:r>
            <a:r>
              <a:rPr lang="en-FR" dirty="0">
                <a:solidFill>
                  <a:schemeClr val="tx1"/>
                </a:solidFill>
              </a:rPr>
              <a:t> selection among the samples without considering probabilities</a:t>
            </a:r>
            <a:endParaRPr lang="en-FR" b="1" dirty="0">
              <a:solidFill>
                <a:schemeClr val="tx1"/>
              </a:solidFill>
            </a:endParaRPr>
          </a:p>
        </p:txBody>
      </p:sp>
      <p:sp>
        <p:nvSpPr>
          <p:cNvPr id="6" name="Rectangle 5">
            <a:extLst>
              <a:ext uri="{FF2B5EF4-FFF2-40B4-BE49-F238E27FC236}">
                <a16:creationId xmlns:a16="http://schemas.microsoft.com/office/drawing/2014/main" id="{8393BC99-1860-F047-8FBC-DD4ED03524D3}"/>
              </a:ext>
            </a:extLst>
          </p:cNvPr>
          <p:cNvSpPr/>
          <p:nvPr/>
        </p:nvSpPr>
        <p:spPr>
          <a:xfrm>
            <a:off x="4224227" y="5204912"/>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0.39</a:t>
            </a:r>
          </a:p>
        </p:txBody>
      </p:sp>
      <p:sp>
        <p:nvSpPr>
          <p:cNvPr id="7" name="Rectangle: Rounded Corners 3">
            <a:extLst>
              <a:ext uri="{FF2B5EF4-FFF2-40B4-BE49-F238E27FC236}">
                <a16:creationId xmlns:a16="http://schemas.microsoft.com/office/drawing/2014/main" id="{5E1762EA-DD7F-049C-B751-AFF069BBC1CB}"/>
              </a:ext>
            </a:extLst>
          </p:cNvPr>
          <p:cNvSpPr/>
          <p:nvPr/>
        </p:nvSpPr>
        <p:spPr>
          <a:xfrm>
            <a:off x="5582432" y="2877247"/>
            <a:ext cx="1284730" cy="56884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P(Cat)</a:t>
            </a:r>
            <a:endParaRPr lang="en-GB" dirty="0">
              <a:latin typeface="Metropolis Black" panose="00000A00000000000000" pitchFamily="50" charset="0"/>
            </a:endParaRPr>
          </a:p>
        </p:txBody>
      </p:sp>
      <p:sp>
        <p:nvSpPr>
          <p:cNvPr id="9" name="Rectangle 8">
            <a:extLst>
              <a:ext uri="{FF2B5EF4-FFF2-40B4-BE49-F238E27FC236}">
                <a16:creationId xmlns:a16="http://schemas.microsoft.com/office/drawing/2014/main" id="{C56A3D8C-3DF3-B811-3CA8-191F073E9946}"/>
              </a:ext>
            </a:extLst>
          </p:cNvPr>
          <p:cNvSpPr/>
          <p:nvPr/>
        </p:nvSpPr>
        <p:spPr>
          <a:xfrm>
            <a:off x="5582432" y="3531645"/>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0.85</a:t>
            </a:r>
          </a:p>
        </p:txBody>
      </p:sp>
      <p:sp>
        <p:nvSpPr>
          <p:cNvPr id="10" name="Rectangle 9">
            <a:extLst>
              <a:ext uri="{FF2B5EF4-FFF2-40B4-BE49-F238E27FC236}">
                <a16:creationId xmlns:a16="http://schemas.microsoft.com/office/drawing/2014/main" id="{388E0BA7-1A25-BE3D-4FFC-49324A8AFA60}"/>
              </a:ext>
            </a:extLst>
          </p:cNvPr>
          <p:cNvSpPr/>
          <p:nvPr/>
        </p:nvSpPr>
        <p:spPr>
          <a:xfrm>
            <a:off x="5582432" y="4362147"/>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a:t>
            </a:r>
          </a:p>
        </p:txBody>
      </p:sp>
      <p:sp>
        <p:nvSpPr>
          <p:cNvPr id="11" name="Rectangle 10">
            <a:extLst>
              <a:ext uri="{FF2B5EF4-FFF2-40B4-BE49-F238E27FC236}">
                <a16:creationId xmlns:a16="http://schemas.microsoft.com/office/drawing/2014/main" id="{10AA8B89-27B1-3EC5-33D8-D9B4156F10C6}"/>
              </a:ext>
            </a:extLst>
          </p:cNvPr>
          <p:cNvSpPr/>
          <p:nvPr/>
        </p:nvSpPr>
        <p:spPr>
          <a:xfrm>
            <a:off x="5582432" y="5204912"/>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0.61</a:t>
            </a:r>
          </a:p>
        </p:txBody>
      </p:sp>
      <p:sp>
        <p:nvSpPr>
          <p:cNvPr id="12" name="Rectangle: Rounded Corners 3">
            <a:extLst>
              <a:ext uri="{FF2B5EF4-FFF2-40B4-BE49-F238E27FC236}">
                <a16:creationId xmlns:a16="http://schemas.microsoft.com/office/drawing/2014/main" id="{44B3B859-94D7-1794-67B0-057AB282104C}"/>
              </a:ext>
            </a:extLst>
          </p:cNvPr>
          <p:cNvSpPr/>
          <p:nvPr/>
        </p:nvSpPr>
        <p:spPr>
          <a:xfrm>
            <a:off x="6940637" y="2877247"/>
            <a:ext cx="1284730" cy="56884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P(Fox)</a:t>
            </a:r>
            <a:endParaRPr lang="en-GB" dirty="0">
              <a:latin typeface="Metropolis Black" panose="00000A00000000000000" pitchFamily="50" charset="0"/>
            </a:endParaRPr>
          </a:p>
        </p:txBody>
      </p:sp>
      <p:sp>
        <p:nvSpPr>
          <p:cNvPr id="13" name="Rectangle 12">
            <a:extLst>
              <a:ext uri="{FF2B5EF4-FFF2-40B4-BE49-F238E27FC236}">
                <a16:creationId xmlns:a16="http://schemas.microsoft.com/office/drawing/2014/main" id="{68669988-5DAD-01F2-800F-179DB0570678}"/>
              </a:ext>
            </a:extLst>
          </p:cNvPr>
          <p:cNvSpPr/>
          <p:nvPr/>
        </p:nvSpPr>
        <p:spPr>
          <a:xfrm>
            <a:off x="6940637" y="3531645"/>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0.05</a:t>
            </a:r>
          </a:p>
        </p:txBody>
      </p:sp>
      <p:sp>
        <p:nvSpPr>
          <p:cNvPr id="14" name="Rectangle 13">
            <a:extLst>
              <a:ext uri="{FF2B5EF4-FFF2-40B4-BE49-F238E27FC236}">
                <a16:creationId xmlns:a16="http://schemas.microsoft.com/office/drawing/2014/main" id="{A60F587C-4E8F-9209-38C4-0C336175FB75}"/>
              </a:ext>
            </a:extLst>
          </p:cNvPr>
          <p:cNvSpPr/>
          <p:nvPr/>
        </p:nvSpPr>
        <p:spPr>
          <a:xfrm>
            <a:off x="6940637" y="4362147"/>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15" name="Rectangle 14">
            <a:extLst>
              <a:ext uri="{FF2B5EF4-FFF2-40B4-BE49-F238E27FC236}">
                <a16:creationId xmlns:a16="http://schemas.microsoft.com/office/drawing/2014/main" id="{33B64544-902F-CADC-F4A5-1F06ED39020E}"/>
              </a:ext>
            </a:extLst>
          </p:cNvPr>
          <p:cNvSpPr/>
          <p:nvPr/>
        </p:nvSpPr>
        <p:spPr>
          <a:xfrm>
            <a:off x="6940637" y="5204912"/>
            <a:ext cx="1284730"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a:t>
            </a:r>
          </a:p>
        </p:txBody>
      </p:sp>
      <p:sp>
        <p:nvSpPr>
          <p:cNvPr id="16" name="Rectangle 15">
            <a:extLst>
              <a:ext uri="{FF2B5EF4-FFF2-40B4-BE49-F238E27FC236}">
                <a16:creationId xmlns:a16="http://schemas.microsoft.com/office/drawing/2014/main" id="{9D19FFCC-3243-3B71-D3D8-A7C594EC8A5C}"/>
              </a:ext>
            </a:extLst>
          </p:cNvPr>
          <p:cNvSpPr/>
          <p:nvPr/>
        </p:nvSpPr>
        <p:spPr>
          <a:xfrm>
            <a:off x="3707353" y="4357586"/>
            <a:ext cx="433351"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22" name="Rectangle 21">
            <a:extLst>
              <a:ext uri="{FF2B5EF4-FFF2-40B4-BE49-F238E27FC236}">
                <a16:creationId xmlns:a16="http://schemas.microsoft.com/office/drawing/2014/main" id="{42BA227E-EBB4-6C62-0C59-B175EB0CDBDA}"/>
              </a:ext>
            </a:extLst>
          </p:cNvPr>
          <p:cNvSpPr/>
          <p:nvPr/>
        </p:nvSpPr>
        <p:spPr>
          <a:xfrm>
            <a:off x="3707353" y="5204912"/>
            <a:ext cx="433351" cy="7873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Tree>
    <p:extLst>
      <p:ext uri="{BB962C8B-B14F-4D97-AF65-F5344CB8AC3E}">
        <p14:creationId xmlns:p14="http://schemas.microsoft.com/office/powerpoint/2010/main" val="34128927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33E8-7095-C145-6A5D-BB2D6E7EBDC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2B4BA12-C51D-1610-E329-759D6104CC67}"/>
              </a:ext>
            </a:extLst>
          </p:cNvPr>
          <p:cNvSpPr/>
          <p:nvPr/>
        </p:nvSpPr>
        <p:spPr>
          <a:xfrm>
            <a:off x="0" y="5351646"/>
            <a:ext cx="1771048" cy="1506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76F7EC11-0850-21A1-14D0-187562AAEA47}"/>
              </a:ext>
            </a:extLst>
          </p:cNvPr>
          <p:cNvSpPr>
            <a:spLocks noGrp="1"/>
          </p:cNvSpPr>
          <p:nvPr>
            <p:ph type="title"/>
          </p:nvPr>
        </p:nvSpPr>
        <p:spPr/>
        <p:txBody>
          <a:bodyPr/>
          <a:lstStyle/>
          <a:p>
            <a:r>
              <a:rPr lang="fr-FR" dirty="0" err="1"/>
              <a:t>Least_confident</a:t>
            </a:r>
            <a:endParaRPr lang="fr-FR" dirty="0"/>
          </a:p>
        </p:txBody>
      </p:sp>
      <p:sp>
        <p:nvSpPr>
          <p:cNvPr id="3" name="TextBox 2">
            <a:extLst>
              <a:ext uri="{FF2B5EF4-FFF2-40B4-BE49-F238E27FC236}">
                <a16:creationId xmlns:a16="http://schemas.microsoft.com/office/drawing/2014/main" id="{34946EA0-F630-3A0E-BF81-AF8D6428BB07}"/>
              </a:ext>
            </a:extLst>
          </p:cNvPr>
          <p:cNvSpPr txBox="1"/>
          <p:nvPr/>
        </p:nvSpPr>
        <p:spPr>
          <a:xfrm>
            <a:off x="6362496" y="2082871"/>
            <a:ext cx="3477401" cy="369332"/>
          </a:xfrm>
          <a:prstGeom prst="rect">
            <a:avLst/>
          </a:prstGeom>
          <a:noFill/>
        </p:spPr>
        <p:txBody>
          <a:bodyPr wrap="square" rtlCol="0">
            <a:spAutoFit/>
          </a:bodyPr>
          <a:lstStyle/>
          <a:p>
            <a:r>
              <a:rPr lang="en-GB" dirty="0"/>
              <a:t>with </a:t>
            </a:r>
            <a:r>
              <a:rPr lang="en-GB" b="1" i="0" u="none" strike="noStrike" dirty="0">
                <a:solidFill>
                  <a:srgbClr val="000000"/>
                </a:solidFill>
                <a:effectLst/>
              </a:rPr>
              <a:t>x̂</a:t>
            </a:r>
            <a:r>
              <a:rPr lang="en-GB" dirty="0"/>
              <a:t> the most likely class</a:t>
            </a:r>
            <a:endParaRPr lang="en-FR" dirty="0"/>
          </a:p>
        </p:txBody>
      </p:sp>
      <p:pic>
        <p:nvPicPr>
          <p:cNvPr id="4" name="Picture 3">
            <a:extLst>
              <a:ext uri="{FF2B5EF4-FFF2-40B4-BE49-F238E27FC236}">
                <a16:creationId xmlns:a16="http://schemas.microsoft.com/office/drawing/2014/main" id="{0B6B825D-F666-7969-02B6-BB019738570E}"/>
              </a:ext>
            </a:extLst>
          </p:cNvPr>
          <p:cNvPicPr>
            <a:picLocks noChangeAspect="1"/>
          </p:cNvPicPr>
          <p:nvPr/>
        </p:nvPicPr>
        <p:blipFill>
          <a:blip r:embed="rId3"/>
          <a:stretch>
            <a:fillRect/>
          </a:stretch>
        </p:blipFill>
        <p:spPr>
          <a:xfrm>
            <a:off x="2437994" y="2002260"/>
            <a:ext cx="3187700" cy="495300"/>
          </a:xfrm>
          <a:prstGeom prst="rect">
            <a:avLst/>
          </a:prstGeom>
        </p:spPr>
      </p:pic>
      <p:sp>
        <p:nvSpPr>
          <p:cNvPr id="18" name="Rectangle: Rounded Corners 3">
            <a:extLst>
              <a:ext uri="{FF2B5EF4-FFF2-40B4-BE49-F238E27FC236}">
                <a16:creationId xmlns:a16="http://schemas.microsoft.com/office/drawing/2014/main" id="{30CE34BC-5526-DBDD-6B3E-B04530D861A0}"/>
              </a:ext>
            </a:extLst>
          </p:cNvPr>
          <p:cNvSpPr/>
          <p:nvPr/>
        </p:nvSpPr>
        <p:spPr>
          <a:xfrm>
            <a:off x="1765145" y="3093273"/>
            <a:ext cx="1005656"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P(Dog)</a:t>
            </a:r>
            <a:endParaRPr lang="en-GB" dirty="0">
              <a:latin typeface="Metropolis Black" panose="00000A00000000000000" pitchFamily="50" charset="0"/>
            </a:endParaRPr>
          </a:p>
        </p:txBody>
      </p:sp>
      <p:sp>
        <p:nvSpPr>
          <p:cNvPr id="19" name="Rectangle: Rounded Corners 5">
            <a:extLst>
              <a:ext uri="{FF2B5EF4-FFF2-40B4-BE49-F238E27FC236}">
                <a16:creationId xmlns:a16="http://schemas.microsoft.com/office/drawing/2014/main" id="{24D0DC6C-835E-EB80-1792-0644160D9B07}"/>
              </a:ext>
            </a:extLst>
          </p:cNvPr>
          <p:cNvSpPr/>
          <p:nvPr/>
        </p:nvSpPr>
        <p:spPr>
          <a:xfrm>
            <a:off x="2824124" y="3093273"/>
            <a:ext cx="1005656" cy="55557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P(Cat)</a:t>
            </a:r>
          </a:p>
        </p:txBody>
      </p:sp>
      <p:sp>
        <p:nvSpPr>
          <p:cNvPr id="20" name="Rectangle 19">
            <a:extLst>
              <a:ext uri="{FF2B5EF4-FFF2-40B4-BE49-F238E27FC236}">
                <a16:creationId xmlns:a16="http://schemas.microsoft.com/office/drawing/2014/main" id="{67BE8677-31A7-31B4-E734-AF9B3DC000F4}"/>
              </a:ext>
            </a:extLst>
          </p:cNvPr>
          <p:cNvSpPr/>
          <p:nvPr/>
        </p:nvSpPr>
        <p:spPr>
          <a:xfrm>
            <a:off x="1765145" y="3705267"/>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21" name="Rectangle 20">
            <a:extLst>
              <a:ext uri="{FF2B5EF4-FFF2-40B4-BE49-F238E27FC236}">
                <a16:creationId xmlns:a16="http://schemas.microsoft.com/office/drawing/2014/main" id="{D242C124-33C8-4163-B508-45CA86324F3E}"/>
              </a:ext>
            </a:extLst>
          </p:cNvPr>
          <p:cNvSpPr/>
          <p:nvPr/>
        </p:nvSpPr>
        <p:spPr>
          <a:xfrm>
            <a:off x="2832437" y="3700862"/>
            <a:ext cx="1006091" cy="54519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0.85</a:t>
            </a:r>
          </a:p>
        </p:txBody>
      </p:sp>
      <p:sp>
        <p:nvSpPr>
          <p:cNvPr id="22" name="Rectangle 21">
            <a:extLst>
              <a:ext uri="{FF2B5EF4-FFF2-40B4-BE49-F238E27FC236}">
                <a16:creationId xmlns:a16="http://schemas.microsoft.com/office/drawing/2014/main" id="{9F444336-B2DB-9CC3-C13A-EB076DEC7400}"/>
              </a:ext>
            </a:extLst>
          </p:cNvPr>
          <p:cNvSpPr/>
          <p:nvPr/>
        </p:nvSpPr>
        <p:spPr>
          <a:xfrm>
            <a:off x="1777265" y="4298142"/>
            <a:ext cx="1000623" cy="545197"/>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a:t>
            </a:r>
          </a:p>
        </p:txBody>
      </p:sp>
      <p:sp>
        <p:nvSpPr>
          <p:cNvPr id="23" name="Rectangle 22">
            <a:extLst>
              <a:ext uri="{FF2B5EF4-FFF2-40B4-BE49-F238E27FC236}">
                <a16:creationId xmlns:a16="http://schemas.microsoft.com/office/drawing/2014/main" id="{7BE8F047-7221-4D10-52FC-5AB3FE2049EB}"/>
              </a:ext>
            </a:extLst>
          </p:cNvPr>
          <p:cNvSpPr/>
          <p:nvPr/>
        </p:nvSpPr>
        <p:spPr>
          <a:xfrm>
            <a:off x="2833495" y="4296746"/>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a:t>
            </a:r>
          </a:p>
        </p:txBody>
      </p:sp>
      <p:sp>
        <p:nvSpPr>
          <p:cNvPr id="30" name="Rectangle 29">
            <a:extLst>
              <a:ext uri="{FF2B5EF4-FFF2-40B4-BE49-F238E27FC236}">
                <a16:creationId xmlns:a16="http://schemas.microsoft.com/office/drawing/2014/main" id="{E48FB1F0-43AC-EC62-4D58-210521FDEB15}"/>
              </a:ext>
            </a:extLst>
          </p:cNvPr>
          <p:cNvSpPr/>
          <p:nvPr/>
        </p:nvSpPr>
        <p:spPr>
          <a:xfrm>
            <a:off x="1765145" y="4890776"/>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0.39</a:t>
            </a:r>
          </a:p>
        </p:txBody>
      </p:sp>
      <p:sp>
        <p:nvSpPr>
          <p:cNvPr id="31" name="Rectangle 30">
            <a:extLst>
              <a:ext uri="{FF2B5EF4-FFF2-40B4-BE49-F238E27FC236}">
                <a16:creationId xmlns:a16="http://schemas.microsoft.com/office/drawing/2014/main" id="{18393FE6-78F3-46CE-36CC-DAAD13C6986F}"/>
              </a:ext>
            </a:extLst>
          </p:cNvPr>
          <p:cNvSpPr/>
          <p:nvPr/>
        </p:nvSpPr>
        <p:spPr>
          <a:xfrm>
            <a:off x="2833495" y="4890776"/>
            <a:ext cx="996120" cy="54519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0.61</a:t>
            </a:r>
          </a:p>
        </p:txBody>
      </p:sp>
      <p:sp>
        <p:nvSpPr>
          <p:cNvPr id="32" name="Rectangle: Rounded Corners 3">
            <a:extLst>
              <a:ext uri="{FF2B5EF4-FFF2-40B4-BE49-F238E27FC236}">
                <a16:creationId xmlns:a16="http://schemas.microsoft.com/office/drawing/2014/main" id="{8E09094E-9229-EA31-D3E3-C54CD692D00A}"/>
              </a:ext>
            </a:extLst>
          </p:cNvPr>
          <p:cNvSpPr/>
          <p:nvPr/>
        </p:nvSpPr>
        <p:spPr>
          <a:xfrm>
            <a:off x="3890630" y="3093274"/>
            <a:ext cx="1005656" cy="545196"/>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P(Fox)</a:t>
            </a:r>
            <a:endParaRPr lang="en-GB" dirty="0">
              <a:latin typeface="Metropolis Black" panose="00000A00000000000000" pitchFamily="50" charset="0"/>
            </a:endParaRPr>
          </a:p>
        </p:txBody>
      </p:sp>
      <p:sp>
        <p:nvSpPr>
          <p:cNvPr id="33" name="Rectangle 32">
            <a:extLst>
              <a:ext uri="{FF2B5EF4-FFF2-40B4-BE49-F238E27FC236}">
                <a16:creationId xmlns:a16="http://schemas.microsoft.com/office/drawing/2014/main" id="{BAD7A9AB-FF23-4E9C-AC87-160B0E2CD0F0}"/>
              </a:ext>
            </a:extLst>
          </p:cNvPr>
          <p:cNvSpPr/>
          <p:nvPr/>
        </p:nvSpPr>
        <p:spPr>
          <a:xfrm>
            <a:off x="3890630" y="3705267"/>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0.05</a:t>
            </a:r>
          </a:p>
        </p:txBody>
      </p:sp>
      <p:sp>
        <p:nvSpPr>
          <p:cNvPr id="34" name="Rectangle 33">
            <a:extLst>
              <a:ext uri="{FF2B5EF4-FFF2-40B4-BE49-F238E27FC236}">
                <a16:creationId xmlns:a16="http://schemas.microsoft.com/office/drawing/2014/main" id="{0767E7C3-A801-4542-D6A1-E22CE1E9543F}"/>
              </a:ext>
            </a:extLst>
          </p:cNvPr>
          <p:cNvSpPr/>
          <p:nvPr/>
        </p:nvSpPr>
        <p:spPr>
          <a:xfrm>
            <a:off x="3890630" y="4296746"/>
            <a:ext cx="1010374"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35" name="Rectangle 34">
            <a:extLst>
              <a:ext uri="{FF2B5EF4-FFF2-40B4-BE49-F238E27FC236}">
                <a16:creationId xmlns:a16="http://schemas.microsoft.com/office/drawing/2014/main" id="{B3D1C981-F0CA-6EC7-508F-06F72BB08573}"/>
              </a:ext>
            </a:extLst>
          </p:cNvPr>
          <p:cNvSpPr/>
          <p:nvPr/>
        </p:nvSpPr>
        <p:spPr>
          <a:xfrm>
            <a:off x="3890630" y="4890776"/>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a:t>
            </a:r>
          </a:p>
        </p:txBody>
      </p:sp>
      <p:sp>
        <p:nvSpPr>
          <p:cNvPr id="36" name="Rectangle 35">
            <a:extLst>
              <a:ext uri="{FF2B5EF4-FFF2-40B4-BE49-F238E27FC236}">
                <a16:creationId xmlns:a16="http://schemas.microsoft.com/office/drawing/2014/main" id="{73EA47BD-4B7C-F35B-05EB-29A6992C71C3}"/>
              </a:ext>
            </a:extLst>
          </p:cNvPr>
          <p:cNvSpPr/>
          <p:nvPr/>
        </p:nvSpPr>
        <p:spPr>
          <a:xfrm>
            <a:off x="1270158" y="369868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37" name="Rectangle 36">
            <a:extLst>
              <a:ext uri="{FF2B5EF4-FFF2-40B4-BE49-F238E27FC236}">
                <a16:creationId xmlns:a16="http://schemas.microsoft.com/office/drawing/2014/main" id="{5C1D26B8-F798-EFCA-1C8C-248F6B959E44}"/>
              </a:ext>
            </a:extLst>
          </p:cNvPr>
          <p:cNvSpPr/>
          <p:nvPr/>
        </p:nvSpPr>
        <p:spPr>
          <a:xfrm>
            <a:off x="1269100" y="4890776"/>
            <a:ext cx="433351"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38" name="Rectangle 37">
            <a:extLst>
              <a:ext uri="{FF2B5EF4-FFF2-40B4-BE49-F238E27FC236}">
                <a16:creationId xmlns:a16="http://schemas.microsoft.com/office/drawing/2014/main" id="{65B9A641-AF6F-DA1F-2E8E-23AC60D250CB}"/>
              </a:ext>
            </a:extLst>
          </p:cNvPr>
          <p:cNvSpPr/>
          <p:nvPr/>
        </p:nvSpPr>
        <p:spPr>
          <a:xfrm>
            <a:off x="1269100" y="4294728"/>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39" name="Rectangle : coins arrondis 18">
            <a:extLst>
              <a:ext uri="{FF2B5EF4-FFF2-40B4-BE49-F238E27FC236}">
                <a16:creationId xmlns:a16="http://schemas.microsoft.com/office/drawing/2014/main" id="{0080A973-9770-D3C6-D419-75A73E32E527}"/>
              </a:ext>
            </a:extLst>
          </p:cNvPr>
          <p:cNvSpPr/>
          <p:nvPr/>
        </p:nvSpPr>
        <p:spPr>
          <a:xfrm>
            <a:off x="808337" y="1200481"/>
            <a:ext cx="2553957" cy="625474"/>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b="1" u="sng" dirty="0" err="1">
                <a:solidFill>
                  <a:srgbClr val="000000"/>
                </a:solidFill>
                <a:latin typeface="Metropolis" pitchFamily="2" charset="77"/>
              </a:rPr>
              <a:t>Least_confident</a:t>
            </a:r>
            <a:r>
              <a:rPr lang="en-GB" b="1" u="sng" dirty="0">
                <a:solidFill>
                  <a:srgbClr val="000000"/>
                </a:solidFill>
                <a:latin typeface="Metropolis" pitchFamily="2" charset="77"/>
              </a:rPr>
              <a:t> :</a:t>
            </a:r>
            <a:endParaRPr lang="en-US" sz="2400" b="1" u="sng" dirty="0">
              <a:solidFill>
                <a:schemeClr val="tx1"/>
              </a:solidFill>
              <a:latin typeface="Metropolis" pitchFamily="2" charset="77"/>
            </a:endParaRPr>
          </a:p>
        </p:txBody>
      </p:sp>
      <p:sp>
        <p:nvSpPr>
          <p:cNvPr id="42" name="Rectangle : coins arrondis 18">
            <a:extLst>
              <a:ext uri="{FF2B5EF4-FFF2-40B4-BE49-F238E27FC236}">
                <a16:creationId xmlns:a16="http://schemas.microsoft.com/office/drawing/2014/main" id="{EF7BE2A6-C021-9687-A055-97CBC51D88DF}"/>
              </a:ext>
            </a:extLst>
          </p:cNvPr>
          <p:cNvSpPr/>
          <p:nvPr/>
        </p:nvSpPr>
        <p:spPr>
          <a:xfrm>
            <a:off x="3865121" y="1201794"/>
            <a:ext cx="6632893"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FR" dirty="0">
                <a:solidFill>
                  <a:schemeClr val="tx1"/>
                </a:solidFill>
              </a:rPr>
              <a:t>Selection of the least confident sample according to the formula :</a:t>
            </a:r>
          </a:p>
        </p:txBody>
      </p:sp>
      <p:sp>
        <p:nvSpPr>
          <p:cNvPr id="43" name="Rectangle: Rounded Corners 3">
            <a:extLst>
              <a:ext uri="{FF2B5EF4-FFF2-40B4-BE49-F238E27FC236}">
                <a16:creationId xmlns:a16="http://schemas.microsoft.com/office/drawing/2014/main" id="{A0A25BFC-80B2-2D13-03EC-265909668223}"/>
              </a:ext>
            </a:extLst>
          </p:cNvPr>
          <p:cNvSpPr/>
          <p:nvPr/>
        </p:nvSpPr>
        <p:spPr>
          <a:xfrm>
            <a:off x="8352174" y="3050653"/>
            <a:ext cx="1152867"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Uncertainty</a:t>
            </a:r>
            <a:endParaRPr lang="en-GB" dirty="0">
              <a:latin typeface="Metropolis Black" panose="00000A00000000000000" pitchFamily="50" charset="0"/>
            </a:endParaRPr>
          </a:p>
        </p:txBody>
      </p:sp>
      <p:sp>
        <p:nvSpPr>
          <p:cNvPr id="44" name="Rectangle 43">
            <a:extLst>
              <a:ext uri="{FF2B5EF4-FFF2-40B4-BE49-F238E27FC236}">
                <a16:creationId xmlns:a16="http://schemas.microsoft.com/office/drawing/2014/main" id="{11785412-77EA-5879-CE85-D85B0698FFD1}"/>
              </a:ext>
            </a:extLst>
          </p:cNvPr>
          <p:cNvSpPr/>
          <p:nvPr/>
        </p:nvSpPr>
        <p:spPr>
          <a:xfrm>
            <a:off x="8352174" y="3662647"/>
            <a:ext cx="115286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0.15</a:t>
            </a:r>
          </a:p>
        </p:txBody>
      </p:sp>
      <p:sp>
        <p:nvSpPr>
          <p:cNvPr id="45" name="Rectangle 44">
            <a:extLst>
              <a:ext uri="{FF2B5EF4-FFF2-40B4-BE49-F238E27FC236}">
                <a16:creationId xmlns:a16="http://schemas.microsoft.com/office/drawing/2014/main" id="{AAC98F7B-FC28-9BF3-C3CB-1CC64990B6E8}"/>
              </a:ext>
            </a:extLst>
          </p:cNvPr>
          <p:cNvSpPr/>
          <p:nvPr/>
        </p:nvSpPr>
        <p:spPr>
          <a:xfrm>
            <a:off x="8364295" y="4255522"/>
            <a:ext cx="1147097" cy="54519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0.4</a:t>
            </a:r>
          </a:p>
        </p:txBody>
      </p:sp>
      <p:sp>
        <p:nvSpPr>
          <p:cNvPr id="46" name="Rectangle 45">
            <a:extLst>
              <a:ext uri="{FF2B5EF4-FFF2-40B4-BE49-F238E27FC236}">
                <a16:creationId xmlns:a16="http://schemas.microsoft.com/office/drawing/2014/main" id="{AB904FE1-F129-369A-36C4-D79F4E755F7E}"/>
              </a:ext>
            </a:extLst>
          </p:cNvPr>
          <p:cNvSpPr/>
          <p:nvPr/>
        </p:nvSpPr>
        <p:spPr>
          <a:xfrm>
            <a:off x="8352174" y="4848156"/>
            <a:ext cx="115286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0.39</a:t>
            </a:r>
          </a:p>
        </p:txBody>
      </p:sp>
      <p:sp>
        <p:nvSpPr>
          <p:cNvPr id="47" name="Rectangle 46">
            <a:extLst>
              <a:ext uri="{FF2B5EF4-FFF2-40B4-BE49-F238E27FC236}">
                <a16:creationId xmlns:a16="http://schemas.microsoft.com/office/drawing/2014/main" id="{7907F66D-82FD-2756-46FE-8EE684BEF0A0}"/>
              </a:ext>
            </a:extLst>
          </p:cNvPr>
          <p:cNvSpPr/>
          <p:nvPr/>
        </p:nvSpPr>
        <p:spPr>
          <a:xfrm>
            <a:off x="7857188" y="365606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48" name="Rectangle 47">
            <a:extLst>
              <a:ext uri="{FF2B5EF4-FFF2-40B4-BE49-F238E27FC236}">
                <a16:creationId xmlns:a16="http://schemas.microsoft.com/office/drawing/2014/main" id="{7B26BB0B-780D-A8F1-55FD-3452FE66BD7C}"/>
              </a:ext>
            </a:extLst>
          </p:cNvPr>
          <p:cNvSpPr/>
          <p:nvPr/>
        </p:nvSpPr>
        <p:spPr>
          <a:xfrm>
            <a:off x="7856130" y="4848156"/>
            <a:ext cx="433351"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49" name="Rectangle 48">
            <a:extLst>
              <a:ext uri="{FF2B5EF4-FFF2-40B4-BE49-F238E27FC236}">
                <a16:creationId xmlns:a16="http://schemas.microsoft.com/office/drawing/2014/main" id="{747F9744-F159-1499-C51B-B293D899022A}"/>
              </a:ext>
            </a:extLst>
          </p:cNvPr>
          <p:cNvSpPr/>
          <p:nvPr/>
        </p:nvSpPr>
        <p:spPr>
          <a:xfrm>
            <a:off x="7856130" y="4252108"/>
            <a:ext cx="433351" cy="54519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5" name="Rectangle : coins arrondis 18">
            <a:extLst>
              <a:ext uri="{FF2B5EF4-FFF2-40B4-BE49-F238E27FC236}">
                <a16:creationId xmlns:a16="http://schemas.microsoft.com/office/drawing/2014/main" id="{3FF04766-0814-4C0F-1E6A-4B3267B9E0EB}"/>
              </a:ext>
            </a:extLst>
          </p:cNvPr>
          <p:cNvSpPr/>
          <p:nvPr/>
        </p:nvSpPr>
        <p:spPr>
          <a:xfrm>
            <a:off x="4882351" y="5991131"/>
            <a:ext cx="2494395"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dirty="0">
                <a:solidFill>
                  <a:schemeClr val="tx1"/>
                </a:solidFill>
              </a:rPr>
              <a:t>Selection of </a:t>
            </a:r>
            <a:r>
              <a:rPr lang="en-FR" b="1" dirty="0">
                <a:solidFill>
                  <a:schemeClr val="tx1"/>
                </a:solidFill>
              </a:rPr>
              <a:t>sample 2</a:t>
            </a:r>
          </a:p>
        </p:txBody>
      </p:sp>
    </p:spTree>
    <p:extLst>
      <p:ext uri="{BB962C8B-B14F-4D97-AF65-F5344CB8AC3E}">
        <p14:creationId xmlns:p14="http://schemas.microsoft.com/office/powerpoint/2010/main" val="1653946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P spid="49" grpId="0" animBg="1"/>
      <p:bldP spid="5" grpId="0" animBg="1"/>
    </p:bldLst>
  </p:timing>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81B74-69BE-BDCE-BEFF-FBC52E783AF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E4ECAAE-042F-C048-A237-DE0B5F0F3869}"/>
              </a:ext>
            </a:extLst>
          </p:cNvPr>
          <p:cNvSpPr/>
          <p:nvPr/>
        </p:nvSpPr>
        <p:spPr>
          <a:xfrm>
            <a:off x="0" y="5351646"/>
            <a:ext cx="1771048" cy="1506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EACD883-02B8-985F-ECBF-9344E8B63B44}"/>
              </a:ext>
            </a:extLst>
          </p:cNvPr>
          <p:cNvSpPr>
            <a:spLocks noGrp="1"/>
          </p:cNvSpPr>
          <p:nvPr>
            <p:ph type="title"/>
          </p:nvPr>
        </p:nvSpPr>
        <p:spPr/>
        <p:txBody>
          <a:bodyPr/>
          <a:lstStyle/>
          <a:p>
            <a:r>
              <a:rPr lang="fr-FR" dirty="0" err="1"/>
              <a:t>Margin</a:t>
            </a:r>
            <a:endParaRPr lang="fr-FR" dirty="0"/>
          </a:p>
        </p:txBody>
      </p:sp>
      <p:sp>
        <p:nvSpPr>
          <p:cNvPr id="18" name="Rectangle: Rounded Corners 3">
            <a:extLst>
              <a:ext uri="{FF2B5EF4-FFF2-40B4-BE49-F238E27FC236}">
                <a16:creationId xmlns:a16="http://schemas.microsoft.com/office/drawing/2014/main" id="{49A2DF1D-421A-ECE3-575B-70624E6AAB4C}"/>
              </a:ext>
            </a:extLst>
          </p:cNvPr>
          <p:cNvSpPr/>
          <p:nvPr/>
        </p:nvSpPr>
        <p:spPr>
          <a:xfrm>
            <a:off x="1742299" y="3093273"/>
            <a:ext cx="1005656"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P(Dog)</a:t>
            </a:r>
            <a:endParaRPr lang="en-GB" dirty="0">
              <a:latin typeface="Metropolis Black" panose="00000A00000000000000" pitchFamily="50" charset="0"/>
            </a:endParaRPr>
          </a:p>
        </p:txBody>
      </p:sp>
      <p:sp>
        <p:nvSpPr>
          <p:cNvPr id="19" name="Rectangle: Rounded Corners 5">
            <a:extLst>
              <a:ext uri="{FF2B5EF4-FFF2-40B4-BE49-F238E27FC236}">
                <a16:creationId xmlns:a16="http://schemas.microsoft.com/office/drawing/2014/main" id="{99F8A0B6-8323-336F-0E6C-C6762139A53E}"/>
              </a:ext>
            </a:extLst>
          </p:cNvPr>
          <p:cNvSpPr/>
          <p:nvPr/>
        </p:nvSpPr>
        <p:spPr>
          <a:xfrm>
            <a:off x="2801278" y="3093273"/>
            <a:ext cx="1005656" cy="55557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P(Cat)</a:t>
            </a:r>
          </a:p>
        </p:txBody>
      </p:sp>
      <p:sp>
        <p:nvSpPr>
          <p:cNvPr id="20" name="Rectangle 19">
            <a:extLst>
              <a:ext uri="{FF2B5EF4-FFF2-40B4-BE49-F238E27FC236}">
                <a16:creationId xmlns:a16="http://schemas.microsoft.com/office/drawing/2014/main" id="{81D5C353-259F-0FD1-5AB0-081219873814}"/>
              </a:ext>
            </a:extLst>
          </p:cNvPr>
          <p:cNvSpPr/>
          <p:nvPr/>
        </p:nvSpPr>
        <p:spPr>
          <a:xfrm>
            <a:off x="1742299" y="3705267"/>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21" name="Rectangle 20">
            <a:extLst>
              <a:ext uri="{FF2B5EF4-FFF2-40B4-BE49-F238E27FC236}">
                <a16:creationId xmlns:a16="http://schemas.microsoft.com/office/drawing/2014/main" id="{E1139B72-DDAF-982B-3F57-9CFB39A56F16}"/>
              </a:ext>
            </a:extLst>
          </p:cNvPr>
          <p:cNvSpPr/>
          <p:nvPr/>
        </p:nvSpPr>
        <p:spPr>
          <a:xfrm>
            <a:off x="2809591" y="3700862"/>
            <a:ext cx="1006091" cy="54519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0.85</a:t>
            </a:r>
          </a:p>
        </p:txBody>
      </p:sp>
      <p:sp>
        <p:nvSpPr>
          <p:cNvPr id="22" name="Rectangle 21">
            <a:extLst>
              <a:ext uri="{FF2B5EF4-FFF2-40B4-BE49-F238E27FC236}">
                <a16:creationId xmlns:a16="http://schemas.microsoft.com/office/drawing/2014/main" id="{A335DA3E-EC58-7EF4-F598-3367F32DC710}"/>
              </a:ext>
            </a:extLst>
          </p:cNvPr>
          <p:cNvSpPr/>
          <p:nvPr/>
        </p:nvSpPr>
        <p:spPr>
          <a:xfrm>
            <a:off x="1754419" y="4298142"/>
            <a:ext cx="1000623" cy="54519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a:t>
            </a:r>
          </a:p>
        </p:txBody>
      </p:sp>
      <p:sp>
        <p:nvSpPr>
          <p:cNvPr id="23" name="Rectangle 22">
            <a:extLst>
              <a:ext uri="{FF2B5EF4-FFF2-40B4-BE49-F238E27FC236}">
                <a16:creationId xmlns:a16="http://schemas.microsoft.com/office/drawing/2014/main" id="{AB166141-3AA5-A538-1214-1B9BF52F45B8}"/>
              </a:ext>
            </a:extLst>
          </p:cNvPr>
          <p:cNvSpPr/>
          <p:nvPr/>
        </p:nvSpPr>
        <p:spPr>
          <a:xfrm>
            <a:off x="2810649" y="4296746"/>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a:t>
            </a:r>
          </a:p>
        </p:txBody>
      </p:sp>
      <p:sp>
        <p:nvSpPr>
          <p:cNvPr id="30" name="Rectangle 29">
            <a:extLst>
              <a:ext uri="{FF2B5EF4-FFF2-40B4-BE49-F238E27FC236}">
                <a16:creationId xmlns:a16="http://schemas.microsoft.com/office/drawing/2014/main" id="{DBAF58AB-6A01-142B-F5A9-3F8564A9D10D}"/>
              </a:ext>
            </a:extLst>
          </p:cNvPr>
          <p:cNvSpPr/>
          <p:nvPr/>
        </p:nvSpPr>
        <p:spPr>
          <a:xfrm>
            <a:off x="1742299" y="4890776"/>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0.39</a:t>
            </a:r>
          </a:p>
        </p:txBody>
      </p:sp>
      <p:sp>
        <p:nvSpPr>
          <p:cNvPr id="31" name="Rectangle 30">
            <a:extLst>
              <a:ext uri="{FF2B5EF4-FFF2-40B4-BE49-F238E27FC236}">
                <a16:creationId xmlns:a16="http://schemas.microsoft.com/office/drawing/2014/main" id="{201A3331-D8A4-165E-02AD-2CFE6A505037}"/>
              </a:ext>
            </a:extLst>
          </p:cNvPr>
          <p:cNvSpPr/>
          <p:nvPr/>
        </p:nvSpPr>
        <p:spPr>
          <a:xfrm>
            <a:off x="2810649" y="4890776"/>
            <a:ext cx="996120" cy="54519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0.61</a:t>
            </a:r>
          </a:p>
        </p:txBody>
      </p:sp>
      <p:sp>
        <p:nvSpPr>
          <p:cNvPr id="32" name="Rectangle: Rounded Corners 3">
            <a:extLst>
              <a:ext uri="{FF2B5EF4-FFF2-40B4-BE49-F238E27FC236}">
                <a16:creationId xmlns:a16="http://schemas.microsoft.com/office/drawing/2014/main" id="{BE0A09B8-1B8A-F8EA-C6BE-B7993238D822}"/>
              </a:ext>
            </a:extLst>
          </p:cNvPr>
          <p:cNvSpPr/>
          <p:nvPr/>
        </p:nvSpPr>
        <p:spPr>
          <a:xfrm>
            <a:off x="3867784" y="3093274"/>
            <a:ext cx="1005656" cy="545196"/>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P(Fox)</a:t>
            </a:r>
            <a:endParaRPr lang="en-GB" dirty="0">
              <a:latin typeface="Metropolis Black" panose="00000A00000000000000" pitchFamily="50" charset="0"/>
            </a:endParaRPr>
          </a:p>
        </p:txBody>
      </p:sp>
      <p:sp>
        <p:nvSpPr>
          <p:cNvPr id="33" name="Rectangle 32">
            <a:extLst>
              <a:ext uri="{FF2B5EF4-FFF2-40B4-BE49-F238E27FC236}">
                <a16:creationId xmlns:a16="http://schemas.microsoft.com/office/drawing/2014/main" id="{1B06D8CB-32D8-F29B-6BE4-A23AECA42A83}"/>
              </a:ext>
            </a:extLst>
          </p:cNvPr>
          <p:cNvSpPr/>
          <p:nvPr/>
        </p:nvSpPr>
        <p:spPr>
          <a:xfrm>
            <a:off x="3867784" y="3705267"/>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0.05</a:t>
            </a:r>
          </a:p>
        </p:txBody>
      </p:sp>
      <p:sp>
        <p:nvSpPr>
          <p:cNvPr id="34" name="Rectangle 33">
            <a:extLst>
              <a:ext uri="{FF2B5EF4-FFF2-40B4-BE49-F238E27FC236}">
                <a16:creationId xmlns:a16="http://schemas.microsoft.com/office/drawing/2014/main" id="{7E01ED2C-BE8F-52D3-0B6B-A0ED933385C4}"/>
              </a:ext>
            </a:extLst>
          </p:cNvPr>
          <p:cNvSpPr/>
          <p:nvPr/>
        </p:nvSpPr>
        <p:spPr>
          <a:xfrm>
            <a:off x="3867784" y="4296746"/>
            <a:ext cx="1010374"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35" name="Rectangle 34">
            <a:extLst>
              <a:ext uri="{FF2B5EF4-FFF2-40B4-BE49-F238E27FC236}">
                <a16:creationId xmlns:a16="http://schemas.microsoft.com/office/drawing/2014/main" id="{55ED5A6B-3167-91A8-1262-18DFB723C115}"/>
              </a:ext>
            </a:extLst>
          </p:cNvPr>
          <p:cNvSpPr/>
          <p:nvPr/>
        </p:nvSpPr>
        <p:spPr>
          <a:xfrm>
            <a:off x="3867784" y="4890776"/>
            <a:ext cx="100565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a:t>
            </a:r>
          </a:p>
        </p:txBody>
      </p:sp>
      <p:sp>
        <p:nvSpPr>
          <p:cNvPr id="36" name="Rectangle 35">
            <a:extLst>
              <a:ext uri="{FF2B5EF4-FFF2-40B4-BE49-F238E27FC236}">
                <a16:creationId xmlns:a16="http://schemas.microsoft.com/office/drawing/2014/main" id="{BA4C570F-684D-BC88-9EB3-4B3D311DB385}"/>
              </a:ext>
            </a:extLst>
          </p:cNvPr>
          <p:cNvSpPr/>
          <p:nvPr/>
        </p:nvSpPr>
        <p:spPr>
          <a:xfrm>
            <a:off x="1247312" y="369868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37" name="Rectangle 36">
            <a:extLst>
              <a:ext uri="{FF2B5EF4-FFF2-40B4-BE49-F238E27FC236}">
                <a16:creationId xmlns:a16="http://schemas.microsoft.com/office/drawing/2014/main" id="{E1C7C47D-448E-4E4B-7217-6FFD2932EB63}"/>
              </a:ext>
            </a:extLst>
          </p:cNvPr>
          <p:cNvSpPr/>
          <p:nvPr/>
        </p:nvSpPr>
        <p:spPr>
          <a:xfrm>
            <a:off x="1246254" y="4890776"/>
            <a:ext cx="433351"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38" name="Rectangle 37">
            <a:extLst>
              <a:ext uri="{FF2B5EF4-FFF2-40B4-BE49-F238E27FC236}">
                <a16:creationId xmlns:a16="http://schemas.microsoft.com/office/drawing/2014/main" id="{94CAE2E2-1E9D-AEF6-AE68-0D133CEC79E4}"/>
              </a:ext>
            </a:extLst>
          </p:cNvPr>
          <p:cNvSpPr/>
          <p:nvPr/>
        </p:nvSpPr>
        <p:spPr>
          <a:xfrm>
            <a:off x="1246254" y="4294728"/>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39" name="Rectangle : coins arrondis 18">
            <a:extLst>
              <a:ext uri="{FF2B5EF4-FFF2-40B4-BE49-F238E27FC236}">
                <a16:creationId xmlns:a16="http://schemas.microsoft.com/office/drawing/2014/main" id="{213B0D62-9041-98A0-F39C-FA29D91D43B6}"/>
              </a:ext>
            </a:extLst>
          </p:cNvPr>
          <p:cNvSpPr/>
          <p:nvPr/>
        </p:nvSpPr>
        <p:spPr>
          <a:xfrm>
            <a:off x="808337" y="1200481"/>
            <a:ext cx="2553957" cy="625474"/>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b="1" u="sng" dirty="0">
                <a:solidFill>
                  <a:schemeClr val="tx1"/>
                </a:solidFill>
              </a:rPr>
              <a:t>Margin :</a:t>
            </a:r>
          </a:p>
        </p:txBody>
      </p:sp>
      <p:sp>
        <p:nvSpPr>
          <p:cNvPr id="42" name="Rectangle : coins arrondis 18">
            <a:extLst>
              <a:ext uri="{FF2B5EF4-FFF2-40B4-BE49-F238E27FC236}">
                <a16:creationId xmlns:a16="http://schemas.microsoft.com/office/drawing/2014/main" id="{05393D44-110C-F0B4-09F7-846B0F2F6DE5}"/>
              </a:ext>
            </a:extLst>
          </p:cNvPr>
          <p:cNvSpPr/>
          <p:nvPr/>
        </p:nvSpPr>
        <p:spPr>
          <a:xfrm>
            <a:off x="3666392" y="1201794"/>
            <a:ext cx="8440616"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dirty="0">
                <a:solidFill>
                  <a:schemeClr val="tx1"/>
                </a:solidFill>
              </a:rPr>
              <a:t>Selection of the sample with the smallest margin between the two most likely classes</a:t>
            </a:r>
          </a:p>
        </p:txBody>
      </p:sp>
      <p:sp>
        <p:nvSpPr>
          <p:cNvPr id="43" name="Rectangle: Rounded Corners 3">
            <a:extLst>
              <a:ext uri="{FF2B5EF4-FFF2-40B4-BE49-F238E27FC236}">
                <a16:creationId xmlns:a16="http://schemas.microsoft.com/office/drawing/2014/main" id="{3A76625E-DB08-7C0C-34F2-12A7DADB376F}"/>
              </a:ext>
            </a:extLst>
          </p:cNvPr>
          <p:cNvSpPr/>
          <p:nvPr/>
        </p:nvSpPr>
        <p:spPr>
          <a:xfrm>
            <a:off x="8352174" y="3050653"/>
            <a:ext cx="1152867"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Margin</a:t>
            </a:r>
            <a:endParaRPr lang="en-GB" dirty="0">
              <a:latin typeface="Metropolis Black" panose="00000A00000000000000" pitchFamily="50" charset="0"/>
            </a:endParaRPr>
          </a:p>
        </p:txBody>
      </p:sp>
      <p:sp>
        <p:nvSpPr>
          <p:cNvPr id="44" name="Rectangle 43">
            <a:extLst>
              <a:ext uri="{FF2B5EF4-FFF2-40B4-BE49-F238E27FC236}">
                <a16:creationId xmlns:a16="http://schemas.microsoft.com/office/drawing/2014/main" id="{82A070E5-F571-C354-5B32-0BA36FDEB292}"/>
              </a:ext>
            </a:extLst>
          </p:cNvPr>
          <p:cNvSpPr/>
          <p:nvPr/>
        </p:nvSpPr>
        <p:spPr>
          <a:xfrm>
            <a:off x="8352174" y="3662647"/>
            <a:ext cx="115286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0.75</a:t>
            </a:r>
          </a:p>
        </p:txBody>
      </p:sp>
      <p:sp>
        <p:nvSpPr>
          <p:cNvPr id="45" name="Rectangle 44">
            <a:extLst>
              <a:ext uri="{FF2B5EF4-FFF2-40B4-BE49-F238E27FC236}">
                <a16:creationId xmlns:a16="http://schemas.microsoft.com/office/drawing/2014/main" id="{7E76A8CE-086C-D7BE-6BCA-5B0CC3337D70}"/>
              </a:ext>
            </a:extLst>
          </p:cNvPr>
          <p:cNvSpPr/>
          <p:nvPr/>
        </p:nvSpPr>
        <p:spPr>
          <a:xfrm>
            <a:off x="8364295" y="4255522"/>
            <a:ext cx="114709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a:t>
            </a:r>
          </a:p>
        </p:txBody>
      </p:sp>
      <p:sp>
        <p:nvSpPr>
          <p:cNvPr id="46" name="Rectangle 45">
            <a:extLst>
              <a:ext uri="{FF2B5EF4-FFF2-40B4-BE49-F238E27FC236}">
                <a16:creationId xmlns:a16="http://schemas.microsoft.com/office/drawing/2014/main" id="{77805B1A-B839-00E5-9859-C1FA5D357962}"/>
              </a:ext>
            </a:extLst>
          </p:cNvPr>
          <p:cNvSpPr/>
          <p:nvPr/>
        </p:nvSpPr>
        <p:spPr>
          <a:xfrm>
            <a:off x="8352174" y="4848156"/>
            <a:ext cx="1152867" cy="54519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0.22</a:t>
            </a:r>
          </a:p>
        </p:txBody>
      </p:sp>
      <p:sp>
        <p:nvSpPr>
          <p:cNvPr id="47" name="Rectangle 46">
            <a:extLst>
              <a:ext uri="{FF2B5EF4-FFF2-40B4-BE49-F238E27FC236}">
                <a16:creationId xmlns:a16="http://schemas.microsoft.com/office/drawing/2014/main" id="{CF4A1BE2-161A-B11C-FA6B-63BE89200422}"/>
              </a:ext>
            </a:extLst>
          </p:cNvPr>
          <p:cNvSpPr/>
          <p:nvPr/>
        </p:nvSpPr>
        <p:spPr>
          <a:xfrm>
            <a:off x="7857188" y="365606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48" name="Rectangle 47">
            <a:extLst>
              <a:ext uri="{FF2B5EF4-FFF2-40B4-BE49-F238E27FC236}">
                <a16:creationId xmlns:a16="http://schemas.microsoft.com/office/drawing/2014/main" id="{467A27A9-7471-8C31-162A-D73C3D0DD89D}"/>
              </a:ext>
            </a:extLst>
          </p:cNvPr>
          <p:cNvSpPr/>
          <p:nvPr/>
        </p:nvSpPr>
        <p:spPr>
          <a:xfrm>
            <a:off x="7856130" y="4848156"/>
            <a:ext cx="433351" cy="545198"/>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49" name="Rectangle 48">
            <a:extLst>
              <a:ext uri="{FF2B5EF4-FFF2-40B4-BE49-F238E27FC236}">
                <a16:creationId xmlns:a16="http://schemas.microsoft.com/office/drawing/2014/main" id="{3CA6C436-AE29-E338-ED90-E67CC184CAF1}"/>
              </a:ext>
            </a:extLst>
          </p:cNvPr>
          <p:cNvSpPr/>
          <p:nvPr/>
        </p:nvSpPr>
        <p:spPr>
          <a:xfrm>
            <a:off x="7856130" y="4252108"/>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5" name="TextBox 4">
            <a:extLst>
              <a:ext uri="{FF2B5EF4-FFF2-40B4-BE49-F238E27FC236}">
                <a16:creationId xmlns:a16="http://schemas.microsoft.com/office/drawing/2014/main" id="{3542F0D0-E180-EED6-566F-DDA6AD0AA856}"/>
              </a:ext>
            </a:extLst>
          </p:cNvPr>
          <p:cNvSpPr txBox="1"/>
          <p:nvPr/>
        </p:nvSpPr>
        <p:spPr>
          <a:xfrm>
            <a:off x="6764950" y="1989130"/>
            <a:ext cx="5250266" cy="369332"/>
          </a:xfrm>
          <a:prstGeom prst="rect">
            <a:avLst/>
          </a:prstGeom>
          <a:noFill/>
        </p:spPr>
        <p:txBody>
          <a:bodyPr wrap="square" rtlCol="0">
            <a:spAutoFit/>
          </a:bodyPr>
          <a:lstStyle/>
          <a:p>
            <a:r>
              <a:rPr lang="en-GB" dirty="0"/>
              <a:t>with </a:t>
            </a:r>
            <a:r>
              <a:rPr lang="en-GB" b="0" i="0" u="none" strike="noStrike" dirty="0">
                <a:solidFill>
                  <a:srgbClr val="000000"/>
                </a:solidFill>
                <a:effectLst/>
                <a:latin typeface="-webkit-standard"/>
              </a:rPr>
              <a:t>x̂₁</a:t>
            </a:r>
            <a:r>
              <a:rPr lang="en-GB" dirty="0"/>
              <a:t> and </a:t>
            </a:r>
            <a:r>
              <a:rPr lang="en-GB" b="0" i="0" u="none" strike="noStrike" dirty="0">
                <a:solidFill>
                  <a:srgbClr val="000000"/>
                </a:solidFill>
                <a:effectLst/>
                <a:latin typeface="-webkit-standard"/>
              </a:rPr>
              <a:t>x̂₂</a:t>
            </a:r>
            <a:r>
              <a:rPr lang="en-GB" dirty="0"/>
              <a:t> the 2 most likely classes</a:t>
            </a:r>
            <a:endParaRPr lang="en-FR" dirty="0"/>
          </a:p>
        </p:txBody>
      </p:sp>
      <p:pic>
        <p:nvPicPr>
          <p:cNvPr id="6" name="Picture 5">
            <a:extLst>
              <a:ext uri="{FF2B5EF4-FFF2-40B4-BE49-F238E27FC236}">
                <a16:creationId xmlns:a16="http://schemas.microsoft.com/office/drawing/2014/main" id="{44BA6B41-D68B-2D98-FB53-0D0024F303E7}"/>
              </a:ext>
            </a:extLst>
          </p:cNvPr>
          <p:cNvPicPr>
            <a:picLocks noChangeAspect="1"/>
          </p:cNvPicPr>
          <p:nvPr/>
        </p:nvPicPr>
        <p:blipFill>
          <a:blip r:embed="rId2"/>
          <a:stretch>
            <a:fillRect/>
          </a:stretch>
        </p:blipFill>
        <p:spPr>
          <a:xfrm>
            <a:off x="1287116" y="1964246"/>
            <a:ext cx="3848100" cy="419100"/>
          </a:xfrm>
          <a:prstGeom prst="rect">
            <a:avLst/>
          </a:prstGeom>
        </p:spPr>
      </p:pic>
      <p:sp>
        <p:nvSpPr>
          <p:cNvPr id="3" name="Rectangle : coins arrondis 18">
            <a:extLst>
              <a:ext uri="{FF2B5EF4-FFF2-40B4-BE49-F238E27FC236}">
                <a16:creationId xmlns:a16="http://schemas.microsoft.com/office/drawing/2014/main" id="{FCC2B076-1DC4-C56B-B9B3-37D13E962626}"/>
              </a:ext>
            </a:extLst>
          </p:cNvPr>
          <p:cNvSpPr/>
          <p:nvPr/>
        </p:nvSpPr>
        <p:spPr>
          <a:xfrm>
            <a:off x="4882351" y="5991131"/>
            <a:ext cx="2626280"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dirty="0">
                <a:solidFill>
                  <a:schemeClr val="tx1"/>
                </a:solidFill>
              </a:rPr>
              <a:t>Selection of </a:t>
            </a:r>
            <a:r>
              <a:rPr lang="en-FR" b="1" dirty="0">
                <a:solidFill>
                  <a:schemeClr val="tx1"/>
                </a:solidFill>
              </a:rPr>
              <a:t>sample 3 !</a:t>
            </a:r>
          </a:p>
        </p:txBody>
      </p:sp>
    </p:spTree>
    <p:extLst>
      <p:ext uri="{BB962C8B-B14F-4D97-AF65-F5344CB8AC3E}">
        <p14:creationId xmlns:p14="http://schemas.microsoft.com/office/powerpoint/2010/main" val="273494587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P spid="49"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AC3B0-6D44-7AD8-9187-6DF578F02FE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CCABCED-484C-1099-12BE-6AAE27CCB7B7}"/>
              </a:ext>
            </a:extLst>
          </p:cNvPr>
          <p:cNvSpPr/>
          <p:nvPr/>
        </p:nvSpPr>
        <p:spPr>
          <a:xfrm>
            <a:off x="0" y="5351646"/>
            <a:ext cx="1771048" cy="1506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58E4893A-7251-A0D6-298D-37399DF1752F}"/>
              </a:ext>
            </a:extLst>
          </p:cNvPr>
          <p:cNvSpPr>
            <a:spLocks noGrp="1"/>
          </p:cNvSpPr>
          <p:nvPr>
            <p:ph type="title"/>
          </p:nvPr>
        </p:nvSpPr>
        <p:spPr/>
        <p:txBody>
          <a:bodyPr/>
          <a:lstStyle/>
          <a:p>
            <a:r>
              <a:rPr lang="fr-FR" dirty="0" err="1"/>
              <a:t>Entropy</a:t>
            </a:r>
            <a:endParaRPr lang="fr-FR" dirty="0"/>
          </a:p>
        </p:txBody>
      </p:sp>
      <p:sp>
        <p:nvSpPr>
          <p:cNvPr id="18" name="Rectangle: Rounded Corners 3">
            <a:extLst>
              <a:ext uri="{FF2B5EF4-FFF2-40B4-BE49-F238E27FC236}">
                <a16:creationId xmlns:a16="http://schemas.microsoft.com/office/drawing/2014/main" id="{7CB3378C-9E69-DA10-3E21-7E299AB11B80}"/>
              </a:ext>
            </a:extLst>
          </p:cNvPr>
          <p:cNvSpPr/>
          <p:nvPr/>
        </p:nvSpPr>
        <p:spPr>
          <a:xfrm>
            <a:off x="1584281" y="3093273"/>
            <a:ext cx="1005656"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P(Dog)</a:t>
            </a:r>
            <a:endParaRPr lang="en-GB" dirty="0">
              <a:latin typeface="Metropolis Black" panose="00000A00000000000000" pitchFamily="50" charset="0"/>
            </a:endParaRPr>
          </a:p>
        </p:txBody>
      </p:sp>
      <p:sp>
        <p:nvSpPr>
          <p:cNvPr id="19" name="Rectangle: Rounded Corners 5">
            <a:extLst>
              <a:ext uri="{FF2B5EF4-FFF2-40B4-BE49-F238E27FC236}">
                <a16:creationId xmlns:a16="http://schemas.microsoft.com/office/drawing/2014/main" id="{7845D8C3-53A1-90A4-0161-B2ADDD27513A}"/>
              </a:ext>
            </a:extLst>
          </p:cNvPr>
          <p:cNvSpPr/>
          <p:nvPr/>
        </p:nvSpPr>
        <p:spPr>
          <a:xfrm>
            <a:off x="2643260" y="3093273"/>
            <a:ext cx="1005656" cy="55557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P(Cat)</a:t>
            </a:r>
          </a:p>
        </p:txBody>
      </p:sp>
      <p:sp>
        <p:nvSpPr>
          <p:cNvPr id="20" name="Rectangle 19">
            <a:extLst>
              <a:ext uri="{FF2B5EF4-FFF2-40B4-BE49-F238E27FC236}">
                <a16:creationId xmlns:a16="http://schemas.microsoft.com/office/drawing/2014/main" id="{7E2B4731-333C-C4E9-62DA-5C80455B47BD}"/>
              </a:ext>
            </a:extLst>
          </p:cNvPr>
          <p:cNvSpPr/>
          <p:nvPr/>
        </p:nvSpPr>
        <p:spPr>
          <a:xfrm>
            <a:off x="1584281" y="3705267"/>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21" name="Rectangle 20">
            <a:extLst>
              <a:ext uri="{FF2B5EF4-FFF2-40B4-BE49-F238E27FC236}">
                <a16:creationId xmlns:a16="http://schemas.microsoft.com/office/drawing/2014/main" id="{BCE94B8B-04DD-CD57-7C98-7EA932D5BB9B}"/>
              </a:ext>
            </a:extLst>
          </p:cNvPr>
          <p:cNvSpPr/>
          <p:nvPr/>
        </p:nvSpPr>
        <p:spPr>
          <a:xfrm>
            <a:off x="2651573" y="3700862"/>
            <a:ext cx="1006091" cy="54519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0.85</a:t>
            </a:r>
          </a:p>
        </p:txBody>
      </p:sp>
      <p:sp>
        <p:nvSpPr>
          <p:cNvPr id="22" name="Rectangle 21">
            <a:extLst>
              <a:ext uri="{FF2B5EF4-FFF2-40B4-BE49-F238E27FC236}">
                <a16:creationId xmlns:a16="http://schemas.microsoft.com/office/drawing/2014/main" id="{E48A4CE2-6CE0-47E7-AA59-1DE4A0630B05}"/>
              </a:ext>
            </a:extLst>
          </p:cNvPr>
          <p:cNvSpPr/>
          <p:nvPr/>
        </p:nvSpPr>
        <p:spPr>
          <a:xfrm>
            <a:off x="1596401" y="4298142"/>
            <a:ext cx="1000623"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a:t>
            </a:r>
          </a:p>
        </p:txBody>
      </p:sp>
      <p:sp>
        <p:nvSpPr>
          <p:cNvPr id="23" name="Rectangle 22">
            <a:extLst>
              <a:ext uri="{FF2B5EF4-FFF2-40B4-BE49-F238E27FC236}">
                <a16:creationId xmlns:a16="http://schemas.microsoft.com/office/drawing/2014/main" id="{0B9E3B6C-FDAC-8A1C-5FA1-3245E81C1510}"/>
              </a:ext>
            </a:extLst>
          </p:cNvPr>
          <p:cNvSpPr/>
          <p:nvPr/>
        </p:nvSpPr>
        <p:spPr>
          <a:xfrm>
            <a:off x="2652631" y="4296746"/>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a:t>
            </a:r>
          </a:p>
        </p:txBody>
      </p:sp>
      <p:sp>
        <p:nvSpPr>
          <p:cNvPr id="30" name="Rectangle 29">
            <a:extLst>
              <a:ext uri="{FF2B5EF4-FFF2-40B4-BE49-F238E27FC236}">
                <a16:creationId xmlns:a16="http://schemas.microsoft.com/office/drawing/2014/main" id="{DDD74478-83B8-80D2-4678-51185E121BC5}"/>
              </a:ext>
            </a:extLst>
          </p:cNvPr>
          <p:cNvSpPr/>
          <p:nvPr/>
        </p:nvSpPr>
        <p:spPr>
          <a:xfrm>
            <a:off x="1584281" y="4890776"/>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0.39</a:t>
            </a:r>
          </a:p>
        </p:txBody>
      </p:sp>
      <p:sp>
        <p:nvSpPr>
          <p:cNvPr id="31" name="Rectangle 30">
            <a:extLst>
              <a:ext uri="{FF2B5EF4-FFF2-40B4-BE49-F238E27FC236}">
                <a16:creationId xmlns:a16="http://schemas.microsoft.com/office/drawing/2014/main" id="{70277EBD-73F7-381F-38D3-8407D84338B1}"/>
              </a:ext>
            </a:extLst>
          </p:cNvPr>
          <p:cNvSpPr/>
          <p:nvPr/>
        </p:nvSpPr>
        <p:spPr>
          <a:xfrm>
            <a:off x="2652631" y="4890776"/>
            <a:ext cx="996120" cy="54519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0.61</a:t>
            </a:r>
          </a:p>
        </p:txBody>
      </p:sp>
      <p:sp>
        <p:nvSpPr>
          <p:cNvPr id="32" name="Rectangle: Rounded Corners 3">
            <a:extLst>
              <a:ext uri="{FF2B5EF4-FFF2-40B4-BE49-F238E27FC236}">
                <a16:creationId xmlns:a16="http://schemas.microsoft.com/office/drawing/2014/main" id="{6E878B78-292D-058D-EBD1-65D4103C030D}"/>
              </a:ext>
            </a:extLst>
          </p:cNvPr>
          <p:cNvSpPr/>
          <p:nvPr/>
        </p:nvSpPr>
        <p:spPr>
          <a:xfrm>
            <a:off x="3709766" y="3093274"/>
            <a:ext cx="1005656" cy="545196"/>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P(Fox)</a:t>
            </a:r>
            <a:endParaRPr lang="en-GB" dirty="0">
              <a:latin typeface="Metropolis Black" panose="00000A00000000000000" pitchFamily="50" charset="0"/>
            </a:endParaRPr>
          </a:p>
        </p:txBody>
      </p:sp>
      <p:sp>
        <p:nvSpPr>
          <p:cNvPr id="33" name="Rectangle 32">
            <a:extLst>
              <a:ext uri="{FF2B5EF4-FFF2-40B4-BE49-F238E27FC236}">
                <a16:creationId xmlns:a16="http://schemas.microsoft.com/office/drawing/2014/main" id="{5FBC04C4-9120-A8A4-1AA2-DBBEDE1928A0}"/>
              </a:ext>
            </a:extLst>
          </p:cNvPr>
          <p:cNvSpPr/>
          <p:nvPr/>
        </p:nvSpPr>
        <p:spPr>
          <a:xfrm>
            <a:off x="3709766" y="3705267"/>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0.05</a:t>
            </a:r>
          </a:p>
        </p:txBody>
      </p:sp>
      <p:sp>
        <p:nvSpPr>
          <p:cNvPr id="34" name="Rectangle 33">
            <a:extLst>
              <a:ext uri="{FF2B5EF4-FFF2-40B4-BE49-F238E27FC236}">
                <a16:creationId xmlns:a16="http://schemas.microsoft.com/office/drawing/2014/main" id="{E2E9FB0C-4013-CF21-47B2-E82F805DCA8C}"/>
              </a:ext>
            </a:extLst>
          </p:cNvPr>
          <p:cNvSpPr/>
          <p:nvPr/>
        </p:nvSpPr>
        <p:spPr>
          <a:xfrm>
            <a:off x="3709766" y="4296746"/>
            <a:ext cx="1010374"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0.1</a:t>
            </a:r>
          </a:p>
        </p:txBody>
      </p:sp>
      <p:sp>
        <p:nvSpPr>
          <p:cNvPr id="35" name="Rectangle 34">
            <a:extLst>
              <a:ext uri="{FF2B5EF4-FFF2-40B4-BE49-F238E27FC236}">
                <a16:creationId xmlns:a16="http://schemas.microsoft.com/office/drawing/2014/main" id="{3EDE687E-7A92-3737-073F-DED1E497F704}"/>
              </a:ext>
            </a:extLst>
          </p:cNvPr>
          <p:cNvSpPr/>
          <p:nvPr/>
        </p:nvSpPr>
        <p:spPr>
          <a:xfrm>
            <a:off x="3709766" y="4890776"/>
            <a:ext cx="1005656" cy="5451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0.0</a:t>
            </a:r>
          </a:p>
        </p:txBody>
      </p:sp>
      <p:sp>
        <p:nvSpPr>
          <p:cNvPr id="36" name="Rectangle 35">
            <a:extLst>
              <a:ext uri="{FF2B5EF4-FFF2-40B4-BE49-F238E27FC236}">
                <a16:creationId xmlns:a16="http://schemas.microsoft.com/office/drawing/2014/main" id="{A0CE1AE1-4F79-E183-0217-5F8D268FB101}"/>
              </a:ext>
            </a:extLst>
          </p:cNvPr>
          <p:cNvSpPr/>
          <p:nvPr/>
        </p:nvSpPr>
        <p:spPr>
          <a:xfrm>
            <a:off x="1089294" y="369868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37" name="Rectangle 36">
            <a:extLst>
              <a:ext uri="{FF2B5EF4-FFF2-40B4-BE49-F238E27FC236}">
                <a16:creationId xmlns:a16="http://schemas.microsoft.com/office/drawing/2014/main" id="{75AF5A5E-5F49-D63A-AC61-2DA668D84288}"/>
              </a:ext>
            </a:extLst>
          </p:cNvPr>
          <p:cNvSpPr/>
          <p:nvPr/>
        </p:nvSpPr>
        <p:spPr>
          <a:xfrm>
            <a:off x="1088236" y="4890776"/>
            <a:ext cx="433351"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38" name="Rectangle 37">
            <a:extLst>
              <a:ext uri="{FF2B5EF4-FFF2-40B4-BE49-F238E27FC236}">
                <a16:creationId xmlns:a16="http://schemas.microsoft.com/office/drawing/2014/main" id="{5BF474F5-E408-38D0-C20B-74546BE8FCC5}"/>
              </a:ext>
            </a:extLst>
          </p:cNvPr>
          <p:cNvSpPr/>
          <p:nvPr/>
        </p:nvSpPr>
        <p:spPr>
          <a:xfrm>
            <a:off x="1088236" y="4294728"/>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sp>
        <p:nvSpPr>
          <p:cNvPr id="39" name="Rectangle : coins arrondis 18">
            <a:extLst>
              <a:ext uri="{FF2B5EF4-FFF2-40B4-BE49-F238E27FC236}">
                <a16:creationId xmlns:a16="http://schemas.microsoft.com/office/drawing/2014/main" id="{DD51EB4C-BF4A-E588-549F-2062793C8F43}"/>
              </a:ext>
            </a:extLst>
          </p:cNvPr>
          <p:cNvSpPr/>
          <p:nvPr/>
        </p:nvSpPr>
        <p:spPr>
          <a:xfrm>
            <a:off x="808337" y="1200481"/>
            <a:ext cx="2553957" cy="625474"/>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b="1" u="sng" dirty="0">
                <a:solidFill>
                  <a:schemeClr val="tx1"/>
                </a:solidFill>
              </a:rPr>
              <a:t>Entropy :</a:t>
            </a:r>
          </a:p>
        </p:txBody>
      </p:sp>
      <p:sp>
        <p:nvSpPr>
          <p:cNvPr id="42" name="Rectangle : coins arrondis 18">
            <a:extLst>
              <a:ext uri="{FF2B5EF4-FFF2-40B4-BE49-F238E27FC236}">
                <a16:creationId xmlns:a16="http://schemas.microsoft.com/office/drawing/2014/main" id="{5708E83B-CC37-43F0-8F7D-9BA5BD54DEB5}"/>
              </a:ext>
            </a:extLst>
          </p:cNvPr>
          <p:cNvSpPr/>
          <p:nvPr/>
        </p:nvSpPr>
        <p:spPr>
          <a:xfrm>
            <a:off x="3865122" y="1201794"/>
            <a:ext cx="7336278"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FR" dirty="0">
                <a:solidFill>
                  <a:schemeClr val="tx1"/>
                </a:solidFill>
              </a:rPr>
              <a:t>Selection of the sample with the highest entropy according to the formula</a:t>
            </a:r>
          </a:p>
        </p:txBody>
      </p:sp>
      <p:sp>
        <p:nvSpPr>
          <p:cNvPr id="43" name="Rectangle: Rounded Corners 3">
            <a:extLst>
              <a:ext uri="{FF2B5EF4-FFF2-40B4-BE49-F238E27FC236}">
                <a16:creationId xmlns:a16="http://schemas.microsoft.com/office/drawing/2014/main" id="{371771A7-E110-6258-34B4-A85E7FAB67F5}"/>
              </a:ext>
            </a:extLst>
          </p:cNvPr>
          <p:cNvSpPr/>
          <p:nvPr/>
        </p:nvSpPr>
        <p:spPr>
          <a:xfrm>
            <a:off x="8543086" y="3050653"/>
            <a:ext cx="1152867"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Entropy</a:t>
            </a:r>
            <a:endParaRPr lang="en-GB" dirty="0">
              <a:latin typeface="Metropolis Black" panose="00000A00000000000000" pitchFamily="50" charset="0"/>
            </a:endParaRPr>
          </a:p>
        </p:txBody>
      </p:sp>
      <p:sp>
        <p:nvSpPr>
          <p:cNvPr id="44" name="Rectangle 43">
            <a:extLst>
              <a:ext uri="{FF2B5EF4-FFF2-40B4-BE49-F238E27FC236}">
                <a16:creationId xmlns:a16="http://schemas.microsoft.com/office/drawing/2014/main" id="{F6F31541-C1D9-271C-8CE4-E8BDD5D5092E}"/>
              </a:ext>
            </a:extLst>
          </p:cNvPr>
          <p:cNvSpPr/>
          <p:nvPr/>
        </p:nvSpPr>
        <p:spPr>
          <a:xfrm>
            <a:off x="8543086" y="3662647"/>
            <a:ext cx="115286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0.52</a:t>
            </a:r>
          </a:p>
        </p:txBody>
      </p:sp>
      <p:sp>
        <p:nvSpPr>
          <p:cNvPr id="45" name="Rectangle 44">
            <a:extLst>
              <a:ext uri="{FF2B5EF4-FFF2-40B4-BE49-F238E27FC236}">
                <a16:creationId xmlns:a16="http://schemas.microsoft.com/office/drawing/2014/main" id="{BF889B5A-1C48-C2AF-B318-CEB1CB2CFC99}"/>
              </a:ext>
            </a:extLst>
          </p:cNvPr>
          <p:cNvSpPr/>
          <p:nvPr/>
        </p:nvSpPr>
        <p:spPr>
          <a:xfrm>
            <a:off x="8555207" y="4255522"/>
            <a:ext cx="1147097" cy="54519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0.89</a:t>
            </a:r>
          </a:p>
        </p:txBody>
      </p:sp>
      <p:sp>
        <p:nvSpPr>
          <p:cNvPr id="46" name="Rectangle 45">
            <a:extLst>
              <a:ext uri="{FF2B5EF4-FFF2-40B4-BE49-F238E27FC236}">
                <a16:creationId xmlns:a16="http://schemas.microsoft.com/office/drawing/2014/main" id="{41D7D18D-D4EF-DFD5-9771-1860A5AA19A5}"/>
              </a:ext>
            </a:extLst>
          </p:cNvPr>
          <p:cNvSpPr/>
          <p:nvPr/>
        </p:nvSpPr>
        <p:spPr>
          <a:xfrm>
            <a:off x="8543086" y="4848156"/>
            <a:ext cx="115286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0.67</a:t>
            </a:r>
          </a:p>
        </p:txBody>
      </p:sp>
      <p:sp>
        <p:nvSpPr>
          <p:cNvPr id="47" name="Rectangle 46">
            <a:extLst>
              <a:ext uri="{FF2B5EF4-FFF2-40B4-BE49-F238E27FC236}">
                <a16:creationId xmlns:a16="http://schemas.microsoft.com/office/drawing/2014/main" id="{921C6BC1-2F43-595C-DC01-89679A54097F}"/>
              </a:ext>
            </a:extLst>
          </p:cNvPr>
          <p:cNvSpPr/>
          <p:nvPr/>
        </p:nvSpPr>
        <p:spPr>
          <a:xfrm>
            <a:off x="8048100" y="3656061"/>
            <a:ext cx="433351"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1</a:t>
            </a:r>
          </a:p>
        </p:txBody>
      </p:sp>
      <p:sp>
        <p:nvSpPr>
          <p:cNvPr id="48" name="Rectangle 47">
            <a:extLst>
              <a:ext uri="{FF2B5EF4-FFF2-40B4-BE49-F238E27FC236}">
                <a16:creationId xmlns:a16="http://schemas.microsoft.com/office/drawing/2014/main" id="{45B9E221-1BBB-B260-F9BF-1883A30943CE}"/>
              </a:ext>
            </a:extLst>
          </p:cNvPr>
          <p:cNvSpPr/>
          <p:nvPr/>
        </p:nvSpPr>
        <p:spPr>
          <a:xfrm>
            <a:off x="8047042" y="4848156"/>
            <a:ext cx="433351"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3</a:t>
            </a:r>
          </a:p>
        </p:txBody>
      </p:sp>
      <p:sp>
        <p:nvSpPr>
          <p:cNvPr id="49" name="Rectangle 48">
            <a:extLst>
              <a:ext uri="{FF2B5EF4-FFF2-40B4-BE49-F238E27FC236}">
                <a16:creationId xmlns:a16="http://schemas.microsoft.com/office/drawing/2014/main" id="{F4294C27-1E7E-DB74-0A95-E110FA46C796}"/>
              </a:ext>
            </a:extLst>
          </p:cNvPr>
          <p:cNvSpPr/>
          <p:nvPr/>
        </p:nvSpPr>
        <p:spPr>
          <a:xfrm>
            <a:off x="8047042" y="4252108"/>
            <a:ext cx="433351" cy="54519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2</a:t>
            </a:r>
          </a:p>
        </p:txBody>
      </p:sp>
      <p:pic>
        <p:nvPicPr>
          <p:cNvPr id="3" name="Picture 2">
            <a:extLst>
              <a:ext uri="{FF2B5EF4-FFF2-40B4-BE49-F238E27FC236}">
                <a16:creationId xmlns:a16="http://schemas.microsoft.com/office/drawing/2014/main" id="{92DD9ED6-06A6-7F41-2E6E-4DE09B330DD3}"/>
              </a:ext>
            </a:extLst>
          </p:cNvPr>
          <p:cNvPicPr>
            <a:picLocks noChangeAspect="1"/>
          </p:cNvPicPr>
          <p:nvPr/>
        </p:nvPicPr>
        <p:blipFill>
          <a:blip r:embed="rId3"/>
          <a:stretch>
            <a:fillRect/>
          </a:stretch>
        </p:blipFill>
        <p:spPr>
          <a:xfrm>
            <a:off x="4212594" y="1997826"/>
            <a:ext cx="3157951" cy="807848"/>
          </a:xfrm>
          <a:prstGeom prst="rect">
            <a:avLst/>
          </a:prstGeom>
        </p:spPr>
      </p:pic>
      <p:sp>
        <p:nvSpPr>
          <p:cNvPr id="4" name="Rectangle : coins arrondis 18">
            <a:extLst>
              <a:ext uri="{FF2B5EF4-FFF2-40B4-BE49-F238E27FC236}">
                <a16:creationId xmlns:a16="http://schemas.microsoft.com/office/drawing/2014/main" id="{FD26C1D5-25E3-F2B6-1459-17ADB5251C5A}"/>
              </a:ext>
            </a:extLst>
          </p:cNvPr>
          <p:cNvSpPr/>
          <p:nvPr/>
        </p:nvSpPr>
        <p:spPr>
          <a:xfrm>
            <a:off x="4882351" y="6034631"/>
            <a:ext cx="2643864" cy="625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FR" dirty="0">
                <a:solidFill>
                  <a:schemeClr val="tx1"/>
                </a:solidFill>
              </a:rPr>
              <a:t>Selection of </a:t>
            </a:r>
            <a:r>
              <a:rPr lang="en-FR" b="1" dirty="0">
                <a:solidFill>
                  <a:schemeClr val="tx1"/>
                </a:solidFill>
              </a:rPr>
              <a:t>sample 2 !</a:t>
            </a:r>
          </a:p>
        </p:txBody>
      </p:sp>
    </p:spTree>
    <p:extLst>
      <p:ext uri="{BB962C8B-B14F-4D97-AF65-F5344CB8AC3E}">
        <p14:creationId xmlns:p14="http://schemas.microsoft.com/office/powerpoint/2010/main" val="35708582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P spid="49" grpId="0" animBg="1"/>
      <p:bldP spid="4" grpId="0" animBg="1"/>
    </p:bldLst>
  </p:timing>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8B766-8999-C37C-8294-97F2BDE96831}"/>
            </a:ext>
          </a:extLst>
        </p:cNvPr>
        <p:cNvGrpSpPr/>
        <p:nvPr/>
      </p:nvGrpSpPr>
      <p:grpSpPr>
        <a:xfrm>
          <a:off x="0" y="0"/>
          <a:ext cx="0" cy="0"/>
          <a:chOff x="0" y="0"/>
          <a:chExt cx="0" cy="0"/>
        </a:xfrm>
      </p:grpSpPr>
      <p:sp>
        <p:nvSpPr>
          <p:cNvPr id="17" name="Rectangle : coins arrondis 18">
            <a:extLst>
              <a:ext uri="{FF2B5EF4-FFF2-40B4-BE49-F238E27FC236}">
                <a16:creationId xmlns:a16="http://schemas.microsoft.com/office/drawing/2014/main" id="{9D55DD49-B164-551C-6BF6-81BAEE944553}"/>
              </a:ext>
            </a:extLst>
          </p:cNvPr>
          <p:cNvSpPr/>
          <p:nvPr/>
        </p:nvSpPr>
        <p:spPr>
          <a:xfrm>
            <a:off x="544002" y="5814088"/>
            <a:ext cx="11313035" cy="720000"/>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1400" b="1" dirty="0">
                <a:solidFill>
                  <a:schemeClr val="tx1"/>
                </a:solidFill>
                <a:latin typeface="Metropolis"/>
                <a:cs typeface="Calibri"/>
              </a:rPr>
              <a:t>QS to be selected depending on the use case</a:t>
            </a:r>
          </a:p>
        </p:txBody>
      </p:sp>
      <p:pic>
        <p:nvPicPr>
          <p:cNvPr id="18" name="Picture 2">
            <a:extLst>
              <a:ext uri="{FF2B5EF4-FFF2-40B4-BE49-F238E27FC236}">
                <a16:creationId xmlns:a16="http://schemas.microsoft.com/office/drawing/2014/main" id="{C4ECD8B8-9CE8-468D-E83A-B441A59FF9D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3886" y="5954587"/>
            <a:ext cx="480235" cy="45255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5C45B02D-153F-35D6-26A1-620D470CA3DC}"/>
              </a:ext>
            </a:extLst>
          </p:cNvPr>
          <p:cNvSpPr>
            <a:spLocks noGrp="1"/>
          </p:cNvSpPr>
          <p:nvPr>
            <p:ph type="body" sz="quarter" idx="10"/>
          </p:nvPr>
        </p:nvSpPr>
        <p:spPr/>
        <p:txBody>
          <a:bodyPr/>
          <a:lstStyle/>
          <a:p>
            <a:r>
              <a:rPr lang="en-GB" dirty="0"/>
              <a:t>Summary of the basic QS</a:t>
            </a:r>
          </a:p>
        </p:txBody>
      </p:sp>
      <p:sp>
        <p:nvSpPr>
          <p:cNvPr id="3" name="Rectangle 2">
            <a:extLst>
              <a:ext uri="{FF2B5EF4-FFF2-40B4-BE49-F238E27FC236}">
                <a16:creationId xmlns:a16="http://schemas.microsoft.com/office/drawing/2014/main" id="{2300FA41-AE94-17F0-A5B5-301C33659E3A}"/>
              </a:ext>
            </a:extLst>
          </p:cNvPr>
          <p:cNvSpPr/>
          <p:nvPr/>
        </p:nvSpPr>
        <p:spPr>
          <a:xfrm>
            <a:off x="412842" y="2362412"/>
            <a:ext cx="2099044" cy="534457"/>
          </a:xfrm>
          <a:prstGeom prst="rect">
            <a:avLst/>
          </a:prstGeom>
          <a:solidFill>
            <a:srgbClr val="D216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Metropolis" panose="00000500000000000000" pitchFamily="50" charset="0"/>
              </a:rPr>
              <a:t>Random</a:t>
            </a:r>
            <a:endParaRPr lang="en-US" sz="1400" dirty="0">
              <a:solidFill>
                <a:schemeClr val="bg1"/>
              </a:solidFill>
              <a:latin typeface="Metropolis" panose="00000500000000000000" pitchFamily="50" charset="0"/>
            </a:endParaRPr>
          </a:p>
        </p:txBody>
      </p:sp>
      <p:sp>
        <p:nvSpPr>
          <p:cNvPr id="4" name="Rectangle: Rounded Corners 3">
            <a:extLst>
              <a:ext uri="{FF2B5EF4-FFF2-40B4-BE49-F238E27FC236}">
                <a16:creationId xmlns:a16="http://schemas.microsoft.com/office/drawing/2014/main" id="{5C61E482-82ED-11D3-BFCE-9095FDD0F0FF}"/>
              </a:ext>
            </a:extLst>
          </p:cNvPr>
          <p:cNvSpPr/>
          <p:nvPr/>
        </p:nvSpPr>
        <p:spPr>
          <a:xfrm>
            <a:off x="2620482" y="1680076"/>
            <a:ext cx="1828970"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Formula</a:t>
            </a:r>
            <a:endParaRPr lang="en-GB" dirty="0">
              <a:latin typeface="Metropolis Black" panose="00000A00000000000000" pitchFamily="50" charset="0"/>
            </a:endParaRPr>
          </a:p>
        </p:txBody>
      </p:sp>
      <p:sp>
        <p:nvSpPr>
          <p:cNvPr id="6" name="Rectangle: Rounded Corners 5">
            <a:extLst>
              <a:ext uri="{FF2B5EF4-FFF2-40B4-BE49-F238E27FC236}">
                <a16:creationId xmlns:a16="http://schemas.microsoft.com/office/drawing/2014/main" id="{D6CF221E-7539-1107-37C3-417439C684B5}"/>
              </a:ext>
            </a:extLst>
          </p:cNvPr>
          <p:cNvSpPr/>
          <p:nvPr/>
        </p:nvSpPr>
        <p:spPr>
          <a:xfrm>
            <a:off x="4571003" y="1680076"/>
            <a:ext cx="3479488" cy="555578"/>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Pros</a:t>
            </a:r>
          </a:p>
        </p:txBody>
      </p:sp>
      <p:sp>
        <p:nvSpPr>
          <p:cNvPr id="7" name="Rectangle 6">
            <a:extLst>
              <a:ext uri="{FF2B5EF4-FFF2-40B4-BE49-F238E27FC236}">
                <a16:creationId xmlns:a16="http://schemas.microsoft.com/office/drawing/2014/main" id="{E733F134-56F5-73C5-6F5D-EA55A757399B}"/>
              </a:ext>
            </a:extLst>
          </p:cNvPr>
          <p:cNvSpPr/>
          <p:nvPr/>
        </p:nvSpPr>
        <p:spPr>
          <a:xfrm>
            <a:off x="4571003" y="2351672"/>
            <a:ext cx="3480994"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Simple, fast, without bias</a:t>
            </a:r>
          </a:p>
        </p:txBody>
      </p:sp>
      <p:sp>
        <p:nvSpPr>
          <p:cNvPr id="23" name="Rectangle 22">
            <a:extLst>
              <a:ext uri="{FF2B5EF4-FFF2-40B4-BE49-F238E27FC236}">
                <a16:creationId xmlns:a16="http://schemas.microsoft.com/office/drawing/2014/main" id="{5CDCA018-6B74-3D25-7326-84176D9517FF}"/>
              </a:ext>
            </a:extLst>
          </p:cNvPr>
          <p:cNvSpPr/>
          <p:nvPr/>
        </p:nvSpPr>
        <p:spPr>
          <a:xfrm>
            <a:off x="412006" y="3032081"/>
            <a:ext cx="2099044" cy="530468"/>
          </a:xfrm>
          <a:prstGeom prst="rect">
            <a:avLst/>
          </a:prstGeom>
          <a:solidFill>
            <a:srgbClr val="D216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bg1"/>
                </a:solidFill>
                <a:latin typeface="Metropolis" panose="00000500000000000000" pitchFamily="50" charset="0"/>
              </a:rPr>
              <a:t>Least_confident</a:t>
            </a:r>
            <a:endParaRPr lang="en-US" sz="1400" b="1" dirty="0">
              <a:solidFill>
                <a:schemeClr val="bg1"/>
              </a:solidFill>
              <a:latin typeface="Metropolis" panose="00000500000000000000" pitchFamily="50" charset="0"/>
            </a:endParaRPr>
          </a:p>
        </p:txBody>
      </p:sp>
      <p:sp>
        <p:nvSpPr>
          <p:cNvPr id="25" name="Rectangle 24">
            <a:extLst>
              <a:ext uri="{FF2B5EF4-FFF2-40B4-BE49-F238E27FC236}">
                <a16:creationId xmlns:a16="http://schemas.microsoft.com/office/drawing/2014/main" id="{8592668A-B98B-9080-5E2F-C446C8EAB681}"/>
              </a:ext>
            </a:extLst>
          </p:cNvPr>
          <p:cNvSpPr/>
          <p:nvPr/>
        </p:nvSpPr>
        <p:spPr>
          <a:xfrm>
            <a:off x="4572061" y="3020951"/>
            <a:ext cx="3479488" cy="5666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Effective with a few classes</a:t>
            </a:r>
          </a:p>
        </p:txBody>
      </p:sp>
      <p:sp>
        <p:nvSpPr>
          <p:cNvPr id="26" name="Rectangle 25">
            <a:extLst>
              <a:ext uri="{FF2B5EF4-FFF2-40B4-BE49-F238E27FC236}">
                <a16:creationId xmlns:a16="http://schemas.microsoft.com/office/drawing/2014/main" id="{A064F092-3935-3FF3-8413-897E940BD5BA}"/>
              </a:ext>
            </a:extLst>
          </p:cNvPr>
          <p:cNvSpPr/>
          <p:nvPr/>
        </p:nvSpPr>
        <p:spPr>
          <a:xfrm>
            <a:off x="412006" y="3692305"/>
            <a:ext cx="2099044" cy="545197"/>
          </a:xfrm>
          <a:prstGeom prst="rect">
            <a:avLst/>
          </a:prstGeom>
          <a:solidFill>
            <a:srgbClr val="D216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Metropolis" panose="00000500000000000000" pitchFamily="50" charset="0"/>
              </a:rPr>
              <a:t>Margin</a:t>
            </a:r>
          </a:p>
        </p:txBody>
      </p:sp>
      <p:sp>
        <p:nvSpPr>
          <p:cNvPr id="28" name="Rectangle 27">
            <a:extLst>
              <a:ext uri="{FF2B5EF4-FFF2-40B4-BE49-F238E27FC236}">
                <a16:creationId xmlns:a16="http://schemas.microsoft.com/office/drawing/2014/main" id="{839568A2-0227-6B84-9C0B-89163D529D97}"/>
              </a:ext>
            </a:extLst>
          </p:cNvPr>
          <p:cNvSpPr/>
          <p:nvPr/>
        </p:nvSpPr>
        <p:spPr>
          <a:xfrm>
            <a:off x="4572060" y="3708084"/>
            <a:ext cx="3446493" cy="5451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Effective with multi-classes</a:t>
            </a:r>
          </a:p>
        </p:txBody>
      </p:sp>
      <p:sp>
        <p:nvSpPr>
          <p:cNvPr id="29" name="Rectangle 28">
            <a:extLst>
              <a:ext uri="{FF2B5EF4-FFF2-40B4-BE49-F238E27FC236}">
                <a16:creationId xmlns:a16="http://schemas.microsoft.com/office/drawing/2014/main" id="{B677A140-FBCD-E29D-C77B-913F2B248FF6}"/>
              </a:ext>
            </a:extLst>
          </p:cNvPr>
          <p:cNvSpPr/>
          <p:nvPr/>
        </p:nvSpPr>
        <p:spPr>
          <a:xfrm>
            <a:off x="411784" y="4367258"/>
            <a:ext cx="2099044" cy="562026"/>
          </a:xfrm>
          <a:prstGeom prst="rect">
            <a:avLst/>
          </a:prstGeom>
          <a:solidFill>
            <a:srgbClr val="D216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Metropolis" panose="00000500000000000000" pitchFamily="50" charset="0"/>
              </a:rPr>
              <a:t>Entropy</a:t>
            </a:r>
            <a:endParaRPr lang="en-US" sz="1400" dirty="0">
              <a:solidFill>
                <a:schemeClr val="bg1"/>
              </a:solidFill>
              <a:latin typeface="Metropolis" panose="00000500000000000000" pitchFamily="50" charset="0"/>
            </a:endParaRPr>
          </a:p>
        </p:txBody>
      </p:sp>
      <p:sp>
        <p:nvSpPr>
          <p:cNvPr id="31" name="Rectangle 30">
            <a:extLst>
              <a:ext uri="{FF2B5EF4-FFF2-40B4-BE49-F238E27FC236}">
                <a16:creationId xmlns:a16="http://schemas.microsoft.com/office/drawing/2014/main" id="{B54AC2C1-572B-3ECC-9263-A329E1406174}"/>
              </a:ext>
            </a:extLst>
          </p:cNvPr>
          <p:cNvSpPr/>
          <p:nvPr/>
        </p:nvSpPr>
        <p:spPr>
          <a:xfrm>
            <a:off x="4572060" y="4384087"/>
            <a:ext cx="3446493"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Takes into account the probabilities of all classes</a:t>
            </a:r>
          </a:p>
        </p:txBody>
      </p:sp>
      <p:sp>
        <p:nvSpPr>
          <p:cNvPr id="2" name="Rectangle: Rounded Corners 3">
            <a:extLst>
              <a:ext uri="{FF2B5EF4-FFF2-40B4-BE49-F238E27FC236}">
                <a16:creationId xmlns:a16="http://schemas.microsoft.com/office/drawing/2014/main" id="{3AAA1FBD-A433-B360-838B-4FD6ED4746D7}"/>
              </a:ext>
            </a:extLst>
          </p:cNvPr>
          <p:cNvSpPr/>
          <p:nvPr/>
        </p:nvSpPr>
        <p:spPr>
          <a:xfrm>
            <a:off x="8154186" y="1680076"/>
            <a:ext cx="3702850" cy="54519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latin typeface="Metropolis" panose="00000500000000000000" pitchFamily="50" charset="0"/>
              </a:rPr>
              <a:t>Cons</a:t>
            </a:r>
            <a:endParaRPr lang="en-GB" dirty="0">
              <a:latin typeface="Metropolis Black" panose="00000A00000000000000" pitchFamily="50" charset="0"/>
            </a:endParaRPr>
          </a:p>
        </p:txBody>
      </p:sp>
      <p:sp>
        <p:nvSpPr>
          <p:cNvPr id="5" name="Rectangle 4">
            <a:extLst>
              <a:ext uri="{FF2B5EF4-FFF2-40B4-BE49-F238E27FC236}">
                <a16:creationId xmlns:a16="http://schemas.microsoft.com/office/drawing/2014/main" id="{1D38B402-0BF3-3675-5E1B-7E9B111407AF}"/>
              </a:ext>
            </a:extLst>
          </p:cNvPr>
          <p:cNvSpPr/>
          <p:nvPr/>
        </p:nvSpPr>
        <p:spPr>
          <a:xfrm>
            <a:off x="8154186" y="2356078"/>
            <a:ext cx="3702850"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Random, can give uninformative samples</a:t>
            </a:r>
          </a:p>
        </p:txBody>
      </p:sp>
      <p:sp>
        <p:nvSpPr>
          <p:cNvPr id="11" name="Rectangle 10">
            <a:extLst>
              <a:ext uri="{FF2B5EF4-FFF2-40B4-BE49-F238E27FC236}">
                <a16:creationId xmlns:a16="http://schemas.microsoft.com/office/drawing/2014/main" id="{0AB107E4-729F-4BAD-41E0-BF63B0C026C6}"/>
              </a:ext>
            </a:extLst>
          </p:cNvPr>
          <p:cNvSpPr/>
          <p:nvPr/>
        </p:nvSpPr>
        <p:spPr>
          <a:xfrm>
            <a:off x="8163938" y="3032081"/>
            <a:ext cx="3684316"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Only considers the probabilities of 1 class</a:t>
            </a:r>
          </a:p>
        </p:txBody>
      </p:sp>
      <p:sp>
        <p:nvSpPr>
          <p:cNvPr id="12" name="Rectangle 11">
            <a:extLst>
              <a:ext uri="{FF2B5EF4-FFF2-40B4-BE49-F238E27FC236}">
                <a16:creationId xmlns:a16="http://schemas.microsoft.com/office/drawing/2014/main" id="{11933834-1FC6-29C6-8DA1-98B0E233868E}"/>
              </a:ext>
            </a:extLst>
          </p:cNvPr>
          <p:cNvSpPr/>
          <p:nvPr/>
        </p:nvSpPr>
        <p:spPr>
          <a:xfrm>
            <a:off x="8154186" y="3708084"/>
            <a:ext cx="3702850"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Less effective if probabilities of multiple classes are close</a:t>
            </a:r>
          </a:p>
        </p:txBody>
      </p:sp>
      <p:sp>
        <p:nvSpPr>
          <p:cNvPr id="13" name="Rectangle 12">
            <a:extLst>
              <a:ext uri="{FF2B5EF4-FFF2-40B4-BE49-F238E27FC236}">
                <a16:creationId xmlns:a16="http://schemas.microsoft.com/office/drawing/2014/main" id="{2C41744B-823B-7CE1-E4FF-A750336B00FB}"/>
              </a:ext>
            </a:extLst>
          </p:cNvPr>
          <p:cNvSpPr/>
          <p:nvPr/>
        </p:nvSpPr>
        <p:spPr>
          <a:xfrm>
            <a:off x="8154186" y="4384087"/>
            <a:ext cx="3702850"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tropolis Black" panose="00000A00000000000000" pitchFamily="50" charset="0"/>
              </a:rPr>
              <a:t>Harder to interpret / Less intuitive </a:t>
            </a:r>
          </a:p>
        </p:txBody>
      </p:sp>
      <p:pic>
        <p:nvPicPr>
          <p:cNvPr id="14" name="Picture 13">
            <a:extLst>
              <a:ext uri="{FF2B5EF4-FFF2-40B4-BE49-F238E27FC236}">
                <a16:creationId xmlns:a16="http://schemas.microsoft.com/office/drawing/2014/main" id="{D084157E-62E3-E79D-CDE6-F4198CCA153C}"/>
              </a:ext>
            </a:extLst>
          </p:cNvPr>
          <p:cNvPicPr>
            <a:picLocks noChangeAspect="1"/>
          </p:cNvPicPr>
          <p:nvPr/>
        </p:nvPicPr>
        <p:blipFill>
          <a:blip r:embed="rId4"/>
          <a:stretch>
            <a:fillRect/>
          </a:stretch>
        </p:blipFill>
        <p:spPr>
          <a:xfrm>
            <a:off x="2620482" y="3110077"/>
            <a:ext cx="1828970" cy="284183"/>
          </a:xfrm>
          <a:prstGeom prst="rect">
            <a:avLst/>
          </a:prstGeom>
        </p:spPr>
      </p:pic>
      <p:pic>
        <p:nvPicPr>
          <p:cNvPr id="15" name="Picture 14">
            <a:extLst>
              <a:ext uri="{FF2B5EF4-FFF2-40B4-BE49-F238E27FC236}">
                <a16:creationId xmlns:a16="http://schemas.microsoft.com/office/drawing/2014/main" id="{7800AA62-F674-1239-2A35-67F81878F888}"/>
              </a:ext>
            </a:extLst>
          </p:cNvPr>
          <p:cNvPicPr>
            <a:picLocks noChangeAspect="1"/>
          </p:cNvPicPr>
          <p:nvPr/>
        </p:nvPicPr>
        <p:blipFill>
          <a:blip r:embed="rId5"/>
          <a:stretch>
            <a:fillRect/>
          </a:stretch>
        </p:blipFill>
        <p:spPr>
          <a:xfrm>
            <a:off x="2580473" y="3876009"/>
            <a:ext cx="1922163" cy="209345"/>
          </a:xfrm>
          <a:prstGeom prst="rect">
            <a:avLst/>
          </a:prstGeom>
        </p:spPr>
      </p:pic>
      <p:pic>
        <p:nvPicPr>
          <p:cNvPr id="16" name="Picture 15">
            <a:extLst>
              <a:ext uri="{FF2B5EF4-FFF2-40B4-BE49-F238E27FC236}">
                <a16:creationId xmlns:a16="http://schemas.microsoft.com/office/drawing/2014/main" id="{45D6D9B2-98DF-8BDC-D42F-0E18AD211165}"/>
              </a:ext>
            </a:extLst>
          </p:cNvPr>
          <p:cNvPicPr>
            <a:picLocks noChangeAspect="1"/>
          </p:cNvPicPr>
          <p:nvPr/>
        </p:nvPicPr>
        <p:blipFill>
          <a:blip r:embed="rId6"/>
          <a:stretch>
            <a:fillRect/>
          </a:stretch>
        </p:blipFill>
        <p:spPr>
          <a:xfrm>
            <a:off x="2646461" y="4417462"/>
            <a:ext cx="1805957" cy="461990"/>
          </a:xfrm>
          <a:prstGeom prst="rect">
            <a:avLst/>
          </a:prstGeom>
        </p:spPr>
      </p:pic>
    </p:spTree>
    <p:extLst>
      <p:ext uri="{BB962C8B-B14F-4D97-AF65-F5344CB8AC3E}">
        <p14:creationId xmlns:p14="http://schemas.microsoft.com/office/powerpoint/2010/main" val="377242848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4A2D7-87A4-8C1F-B9B3-A363C021ADCA}"/>
            </a:ext>
          </a:extLst>
        </p:cNvPr>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AE0B691C-835F-899F-456D-26936C1F1E5C}"/>
              </a:ext>
            </a:extLst>
          </p:cNvPr>
          <p:cNvPicPr>
            <a:picLocks noChangeAspect="1"/>
          </p:cNvPicPr>
          <p:nvPr/>
        </p:nvPicPr>
        <p:blipFill>
          <a:blip r:embed="rId3"/>
          <a:stretch>
            <a:fillRect/>
          </a:stretch>
        </p:blipFill>
        <p:spPr>
          <a:xfrm>
            <a:off x="0" y="0"/>
            <a:ext cx="12192000" cy="6858000"/>
          </a:xfrm>
          <a:prstGeom prst="rect">
            <a:avLst/>
          </a:prstGeom>
        </p:spPr>
      </p:pic>
      <p:sp>
        <p:nvSpPr>
          <p:cNvPr id="3" name="Titre 1">
            <a:extLst>
              <a:ext uri="{FF2B5EF4-FFF2-40B4-BE49-F238E27FC236}">
                <a16:creationId xmlns:a16="http://schemas.microsoft.com/office/drawing/2014/main" id="{76744676-C7B4-BA07-09D3-B39BF8CB3760}"/>
              </a:ext>
            </a:extLst>
          </p:cNvPr>
          <p:cNvSpPr>
            <a:spLocks noGrp="1"/>
          </p:cNvSpPr>
          <p:nvPr>
            <p:ph type="title"/>
          </p:nvPr>
        </p:nvSpPr>
        <p:spPr>
          <a:xfrm>
            <a:off x="429990" y="2244683"/>
            <a:ext cx="11332020" cy="2368633"/>
          </a:xfrm>
          <a:noFill/>
          <a:ln>
            <a:noFill/>
          </a:ln>
          <a:effectLst>
            <a:outerShdw blurRad="487818" dist="515678" dir="3000000" sx="179000" sy="179000" algn="tl" rotWithShape="0">
              <a:schemeClr val="tx1">
                <a:alpha val="74000"/>
              </a:schemeClr>
            </a:outerShdw>
          </a:effectLst>
          <a:scene3d>
            <a:camera prst="orthographicFront">
              <a:rot lat="0" lon="0" rev="0"/>
            </a:camera>
            <a:lightRig rig="brightRoom" dir="t">
              <a:rot lat="0" lon="0" rev="600000"/>
            </a:lightRig>
          </a:scene3d>
          <a:sp3d prstMaterial="metal">
            <a:bevelT w="38100" h="57150" prst="angle"/>
          </a:sp3d>
        </p:spPr>
        <p:txBody>
          <a:bodyPr anchor="ctr">
            <a:normAutofit/>
          </a:bodyPr>
          <a:lstStyle/>
          <a:p>
            <a:pPr>
              <a:lnSpc>
                <a:spcPct val="100000"/>
              </a:lnSpc>
              <a:spcAft>
                <a:spcPts val="6000"/>
              </a:spcAft>
            </a:pPr>
            <a:r>
              <a:rPr lang="fr-FR" sz="5400" b="0" dirty="0">
                <a:solidFill>
                  <a:schemeClr val="bg1"/>
                </a:solidFill>
                <a:latin typeface="Metropolis" panose="00000500000000000000" pitchFamily="50" charset="0"/>
              </a:rPr>
              <a:t>PART IV</a:t>
            </a:r>
            <a:br>
              <a:rPr lang="fr-FR" sz="5400" b="0" dirty="0">
                <a:solidFill>
                  <a:schemeClr val="bg1"/>
                </a:solidFill>
                <a:latin typeface="Metropolis Black" panose="00000A00000000000000" pitchFamily="50" charset="0"/>
              </a:rPr>
            </a:br>
            <a:r>
              <a:rPr lang="en-US" sz="5400" b="0" dirty="0">
                <a:solidFill>
                  <a:schemeClr val="bg1"/>
                </a:solidFill>
                <a:highlight>
                  <a:srgbClr val="E10014"/>
                </a:highlight>
                <a:latin typeface="Metropolis Black" panose="00000A00000000000000" pitchFamily="50" charset="0"/>
              </a:rPr>
              <a:t>Results on 3 datasets</a:t>
            </a:r>
            <a:endParaRPr lang="fr-FR" sz="5400" b="0" dirty="0">
              <a:solidFill>
                <a:schemeClr val="bg1"/>
              </a:solidFill>
              <a:highlight>
                <a:srgbClr val="E10014"/>
              </a:highlight>
              <a:latin typeface="Metropolis Black" panose="00000A00000000000000" pitchFamily="50" charset="0"/>
            </a:endParaRPr>
          </a:p>
        </p:txBody>
      </p:sp>
    </p:spTree>
    <p:extLst>
      <p:ext uri="{BB962C8B-B14F-4D97-AF65-F5344CB8AC3E}">
        <p14:creationId xmlns:p14="http://schemas.microsoft.com/office/powerpoint/2010/main" val="1091325545"/>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22189-442C-1C57-722C-9D6F3D6B422A}"/>
            </a:ext>
          </a:extLst>
        </p:cNvPr>
        <p:cNvGrpSpPr/>
        <p:nvPr/>
      </p:nvGrpSpPr>
      <p:grpSpPr>
        <a:xfrm>
          <a:off x="0" y="0"/>
          <a:ext cx="0" cy="0"/>
          <a:chOff x="0" y="0"/>
          <a:chExt cx="0" cy="0"/>
        </a:xfrm>
      </p:grpSpPr>
      <p:sp>
        <p:nvSpPr>
          <p:cNvPr id="9" name="TextBox 3">
            <a:extLst>
              <a:ext uri="{FF2B5EF4-FFF2-40B4-BE49-F238E27FC236}">
                <a16:creationId xmlns:a16="http://schemas.microsoft.com/office/drawing/2014/main" id="{87680016-78CB-5D3F-1EC6-B2D3DF799E5D}"/>
              </a:ext>
            </a:extLst>
          </p:cNvPr>
          <p:cNvSpPr txBox="1"/>
          <p:nvPr/>
        </p:nvSpPr>
        <p:spPr>
          <a:xfrm>
            <a:off x="352468" y="339975"/>
            <a:ext cx="11280732" cy="498598"/>
          </a:xfrm>
          <a:prstGeom prst="rect">
            <a:avLst/>
          </a:prstGeom>
          <a:noFill/>
        </p:spPr>
        <p:txBody>
          <a:bodyPr wrap="square" lIns="0" tIns="0" rIns="0" bIns="0" rtlCol="0" anchor="b">
            <a:spAutoFit/>
          </a:bodyPr>
          <a:lstStyle>
            <a:defPPr>
              <a:defRPr lang="fr-FR"/>
            </a:defPPr>
            <a:lvl1pPr>
              <a:defRPr sz="2800" b="0" kern="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sz="3600" b="1" spc="-100" dirty="0">
                <a:solidFill>
                  <a:srgbClr val="E10014"/>
                </a:solidFill>
                <a:latin typeface="Metropolis"/>
              </a:rPr>
              <a:t>DATASETS</a:t>
            </a:r>
            <a:endParaRPr kumimoji="0" lang="en-US" sz="3600" b="1" i="0" u="none" strike="noStrike" kern="0" cap="none" spc="-100" normalizeH="0" baseline="0" noProof="0" dirty="0">
              <a:ln>
                <a:noFill/>
              </a:ln>
              <a:solidFill>
                <a:srgbClr val="E10014"/>
              </a:solidFill>
              <a:effectLst/>
              <a:uLnTx/>
              <a:uFillTx/>
              <a:latin typeface="Metropolis"/>
              <a:ea typeface="+mn-ea"/>
              <a:cs typeface="+mn-cs"/>
            </a:endParaRPr>
          </a:p>
        </p:txBody>
      </p:sp>
      <p:sp>
        <p:nvSpPr>
          <p:cNvPr id="11" name="Rectangle 10">
            <a:extLst>
              <a:ext uri="{FF2B5EF4-FFF2-40B4-BE49-F238E27FC236}">
                <a16:creationId xmlns:a16="http://schemas.microsoft.com/office/drawing/2014/main" id="{B32509E6-8BB6-5F6D-0E74-B35EF767710C}"/>
              </a:ext>
            </a:extLst>
          </p:cNvPr>
          <p:cNvSpPr/>
          <p:nvPr/>
        </p:nvSpPr>
        <p:spPr>
          <a:xfrm>
            <a:off x="1036182" y="2567075"/>
            <a:ext cx="1828800" cy="833120"/>
          </a:xfrm>
          <a:prstGeom prst="rect">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bg1"/>
                </a:solidFill>
                <a:latin typeface="Metropolis Black" panose="00000A00000000000000" pitchFamily="50" charset="0"/>
              </a:rPr>
              <a:t>MNIST</a:t>
            </a:r>
          </a:p>
        </p:txBody>
      </p:sp>
      <p:sp>
        <p:nvSpPr>
          <p:cNvPr id="13" name="Rectangle 12">
            <a:extLst>
              <a:ext uri="{FF2B5EF4-FFF2-40B4-BE49-F238E27FC236}">
                <a16:creationId xmlns:a16="http://schemas.microsoft.com/office/drawing/2014/main" id="{10AA2105-C3C7-B96D-FA86-8C60D564E541}"/>
              </a:ext>
            </a:extLst>
          </p:cNvPr>
          <p:cNvSpPr/>
          <p:nvPr/>
        </p:nvSpPr>
        <p:spPr>
          <a:xfrm>
            <a:off x="1036182" y="4643672"/>
            <a:ext cx="1828800" cy="833120"/>
          </a:xfrm>
          <a:prstGeom prst="rect">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bg1"/>
                </a:solidFill>
                <a:latin typeface="Metropolis Black" panose="00000A00000000000000" pitchFamily="50" charset="0"/>
              </a:rPr>
              <a:t>Foot</a:t>
            </a:r>
          </a:p>
        </p:txBody>
      </p:sp>
      <p:sp>
        <p:nvSpPr>
          <p:cNvPr id="14" name="Rectangle 13">
            <a:extLst>
              <a:ext uri="{FF2B5EF4-FFF2-40B4-BE49-F238E27FC236}">
                <a16:creationId xmlns:a16="http://schemas.microsoft.com/office/drawing/2014/main" id="{D3E11B4F-D149-9A40-BE50-A07FE4070DA0}"/>
              </a:ext>
            </a:extLst>
          </p:cNvPr>
          <p:cNvSpPr/>
          <p:nvPr/>
        </p:nvSpPr>
        <p:spPr>
          <a:xfrm>
            <a:off x="1036182" y="3602985"/>
            <a:ext cx="1828800" cy="833120"/>
          </a:xfrm>
          <a:prstGeom prst="rect">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a:solidFill>
                  <a:schemeClr val="bg1"/>
                </a:solidFill>
                <a:latin typeface="Metropolis Black" panose="00000A00000000000000" pitchFamily="50" charset="0"/>
              </a:rPr>
              <a:t>PRS</a:t>
            </a:r>
          </a:p>
        </p:txBody>
      </p:sp>
      <p:sp>
        <p:nvSpPr>
          <p:cNvPr id="20" name="TextBox 19">
            <a:extLst>
              <a:ext uri="{FF2B5EF4-FFF2-40B4-BE49-F238E27FC236}">
                <a16:creationId xmlns:a16="http://schemas.microsoft.com/office/drawing/2014/main" id="{76374E17-2D0D-4416-45F1-F187D31336E0}"/>
              </a:ext>
            </a:extLst>
          </p:cNvPr>
          <p:cNvSpPr txBox="1"/>
          <p:nvPr/>
        </p:nvSpPr>
        <p:spPr>
          <a:xfrm>
            <a:off x="3046154" y="2567075"/>
            <a:ext cx="3434900"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Handwritten digit recognition</a:t>
            </a:r>
            <a:endParaRPr lang="en-GB" dirty="0">
              <a:solidFill>
                <a:schemeClr val="tx1"/>
              </a:solidFill>
              <a:latin typeface="Metropolis" panose="00000500000000000000" pitchFamily="50" charset="0"/>
            </a:endParaRPr>
          </a:p>
        </p:txBody>
      </p:sp>
      <p:sp>
        <p:nvSpPr>
          <p:cNvPr id="21" name="TextBox 20">
            <a:extLst>
              <a:ext uri="{FF2B5EF4-FFF2-40B4-BE49-F238E27FC236}">
                <a16:creationId xmlns:a16="http://schemas.microsoft.com/office/drawing/2014/main" id="{06243A7A-35A7-D5CA-99DC-7A216129D1A6}"/>
              </a:ext>
            </a:extLst>
          </p:cNvPr>
          <p:cNvSpPr txBox="1"/>
          <p:nvPr/>
        </p:nvSpPr>
        <p:spPr>
          <a:xfrm>
            <a:off x="3046154" y="3602985"/>
            <a:ext cx="3434900"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defRPr sz="1400">
                <a:latin typeface="Metropoli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t>Traders’ reviews on the risk profile of players. Reduced to two classes</a:t>
            </a:r>
          </a:p>
        </p:txBody>
      </p:sp>
      <p:sp>
        <p:nvSpPr>
          <p:cNvPr id="23" name="TextBox 22">
            <a:extLst>
              <a:ext uri="{FF2B5EF4-FFF2-40B4-BE49-F238E27FC236}">
                <a16:creationId xmlns:a16="http://schemas.microsoft.com/office/drawing/2014/main" id="{2F53E541-CDE8-21D5-AD91-12614AE10ED4}"/>
              </a:ext>
            </a:extLst>
          </p:cNvPr>
          <p:cNvSpPr txBox="1"/>
          <p:nvPr/>
        </p:nvSpPr>
        <p:spPr>
          <a:xfrm>
            <a:off x="3046154" y="4630558"/>
            <a:ext cx="3434900"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defRPr sz="1400">
                <a:latin typeface="Metropoli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t>Prediction of players’ positions based on statistics</a:t>
            </a:r>
          </a:p>
        </p:txBody>
      </p:sp>
      <p:sp>
        <p:nvSpPr>
          <p:cNvPr id="2" name="TextBox 1">
            <a:extLst>
              <a:ext uri="{FF2B5EF4-FFF2-40B4-BE49-F238E27FC236}">
                <a16:creationId xmlns:a16="http://schemas.microsoft.com/office/drawing/2014/main" id="{15C950CA-912C-07E2-2BF4-CBF3AD19AF7B}"/>
              </a:ext>
            </a:extLst>
          </p:cNvPr>
          <p:cNvSpPr txBox="1"/>
          <p:nvPr/>
        </p:nvSpPr>
        <p:spPr>
          <a:xfrm>
            <a:off x="8189370" y="2567075"/>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784</a:t>
            </a:r>
            <a:endParaRPr lang="en-GB" dirty="0">
              <a:solidFill>
                <a:schemeClr val="tx1"/>
              </a:solidFill>
              <a:latin typeface="Metropolis" panose="00000500000000000000" pitchFamily="50" charset="0"/>
            </a:endParaRPr>
          </a:p>
        </p:txBody>
      </p:sp>
      <p:sp>
        <p:nvSpPr>
          <p:cNvPr id="3" name="TextBox 2">
            <a:extLst>
              <a:ext uri="{FF2B5EF4-FFF2-40B4-BE49-F238E27FC236}">
                <a16:creationId xmlns:a16="http://schemas.microsoft.com/office/drawing/2014/main" id="{1A042672-76D4-5C0F-7094-436BFCCAA1A2}"/>
              </a:ext>
            </a:extLst>
          </p:cNvPr>
          <p:cNvSpPr txBox="1"/>
          <p:nvPr/>
        </p:nvSpPr>
        <p:spPr>
          <a:xfrm>
            <a:off x="9515807" y="2569829"/>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10 000</a:t>
            </a:r>
            <a:endParaRPr lang="en-GB" dirty="0">
              <a:solidFill>
                <a:schemeClr val="tx1"/>
              </a:solidFill>
              <a:latin typeface="Metropolis" panose="00000500000000000000" pitchFamily="50" charset="0"/>
            </a:endParaRPr>
          </a:p>
        </p:txBody>
      </p:sp>
      <p:sp>
        <p:nvSpPr>
          <p:cNvPr id="4" name="TextBox 3">
            <a:extLst>
              <a:ext uri="{FF2B5EF4-FFF2-40B4-BE49-F238E27FC236}">
                <a16:creationId xmlns:a16="http://schemas.microsoft.com/office/drawing/2014/main" id="{295AAAA3-2B54-D18B-D135-854B384C4FB8}"/>
              </a:ext>
            </a:extLst>
          </p:cNvPr>
          <p:cNvSpPr txBox="1"/>
          <p:nvPr/>
        </p:nvSpPr>
        <p:spPr>
          <a:xfrm>
            <a:off x="3049157" y="1628601"/>
            <a:ext cx="3434900" cy="828000"/>
          </a:xfrm>
          <a:prstGeom prst="rect">
            <a:avLst/>
          </a:prstGeom>
          <a:solidFill>
            <a:schemeClr val="accent3">
              <a:lumMod val="40000"/>
              <a:lumOff val="60000"/>
            </a:schemeClr>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Metropolis" panose="00000500000000000000" pitchFamily="50" charset="0"/>
              </a:rPr>
              <a:t>Description</a:t>
            </a:r>
            <a:endParaRPr lang="en-GB" b="1" dirty="0">
              <a:solidFill>
                <a:schemeClr val="tx1"/>
              </a:solidFill>
              <a:latin typeface="Metropolis" panose="00000500000000000000" pitchFamily="50" charset="0"/>
            </a:endParaRPr>
          </a:p>
        </p:txBody>
      </p:sp>
      <p:sp>
        <p:nvSpPr>
          <p:cNvPr id="5" name="TextBox 4">
            <a:extLst>
              <a:ext uri="{FF2B5EF4-FFF2-40B4-BE49-F238E27FC236}">
                <a16:creationId xmlns:a16="http://schemas.microsoft.com/office/drawing/2014/main" id="{2FA1AFED-8BDD-BAF5-D958-87BE77BFA2F3}"/>
              </a:ext>
            </a:extLst>
          </p:cNvPr>
          <p:cNvSpPr txBox="1"/>
          <p:nvPr/>
        </p:nvSpPr>
        <p:spPr>
          <a:xfrm>
            <a:off x="8192373" y="1628601"/>
            <a:ext cx="912337" cy="828000"/>
          </a:xfrm>
          <a:prstGeom prst="rect">
            <a:avLst/>
          </a:prstGeom>
          <a:solidFill>
            <a:schemeClr val="accent3">
              <a:lumMod val="40000"/>
              <a:lumOff val="60000"/>
            </a:schemeClr>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Metropolis" panose="00000500000000000000" pitchFamily="50" charset="0"/>
              </a:rPr>
              <a:t>Features</a:t>
            </a:r>
            <a:endParaRPr lang="en-GB" b="1" dirty="0">
              <a:solidFill>
                <a:schemeClr val="tx1"/>
              </a:solidFill>
              <a:latin typeface="Metropolis" panose="00000500000000000000" pitchFamily="50" charset="0"/>
            </a:endParaRPr>
          </a:p>
        </p:txBody>
      </p:sp>
      <p:sp>
        <p:nvSpPr>
          <p:cNvPr id="6" name="TextBox 5">
            <a:extLst>
              <a:ext uri="{FF2B5EF4-FFF2-40B4-BE49-F238E27FC236}">
                <a16:creationId xmlns:a16="http://schemas.microsoft.com/office/drawing/2014/main" id="{5F5D9F50-3E92-07B0-1072-886B8C61F04D}"/>
              </a:ext>
            </a:extLst>
          </p:cNvPr>
          <p:cNvSpPr txBox="1"/>
          <p:nvPr/>
        </p:nvSpPr>
        <p:spPr>
          <a:xfrm>
            <a:off x="9518810" y="1631355"/>
            <a:ext cx="912337" cy="828000"/>
          </a:xfrm>
          <a:prstGeom prst="rect">
            <a:avLst/>
          </a:prstGeom>
          <a:solidFill>
            <a:schemeClr val="accent3">
              <a:lumMod val="40000"/>
              <a:lumOff val="60000"/>
            </a:schemeClr>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Metropolis" panose="00000500000000000000" pitchFamily="50" charset="0"/>
              </a:rPr>
              <a:t>Samples</a:t>
            </a:r>
            <a:endParaRPr lang="en-GB" b="1" dirty="0">
              <a:solidFill>
                <a:schemeClr val="tx1"/>
              </a:solidFill>
              <a:latin typeface="Metropolis" panose="00000500000000000000" pitchFamily="50" charset="0"/>
            </a:endParaRPr>
          </a:p>
        </p:txBody>
      </p:sp>
      <p:sp>
        <p:nvSpPr>
          <p:cNvPr id="7" name="TextBox 6">
            <a:extLst>
              <a:ext uri="{FF2B5EF4-FFF2-40B4-BE49-F238E27FC236}">
                <a16:creationId xmlns:a16="http://schemas.microsoft.com/office/drawing/2014/main" id="{41224108-3789-591B-FE6E-5BCB97B7445B}"/>
              </a:ext>
            </a:extLst>
          </p:cNvPr>
          <p:cNvSpPr txBox="1"/>
          <p:nvPr/>
        </p:nvSpPr>
        <p:spPr>
          <a:xfrm>
            <a:off x="6853974" y="2567075"/>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10</a:t>
            </a:r>
            <a:endParaRPr lang="en-GB" dirty="0">
              <a:solidFill>
                <a:schemeClr val="tx1"/>
              </a:solidFill>
              <a:latin typeface="Metropolis" panose="00000500000000000000" pitchFamily="50" charset="0"/>
            </a:endParaRPr>
          </a:p>
        </p:txBody>
      </p:sp>
      <p:sp>
        <p:nvSpPr>
          <p:cNvPr id="8" name="TextBox 7">
            <a:extLst>
              <a:ext uri="{FF2B5EF4-FFF2-40B4-BE49-F238E27FC236}">
                <a16:creationId xmlns:a16="http://schemas.microsoft.com/office/drawing/2014/main" id="{A855CA48-ECF2-C549-BF26-1E05E0878710}"/>
              </a:ext>
            </a:extLst>
          </p:cNvPr>
          <p:cNvSpPr txBox="1"/>
          <p:nvPr/>
        </p:nvSpPr>
        <p:spPr>
          <a:xfrm>
            <a:off x="6856977" y="1628601"/>
            <a:ext cx="912337" cy="828000"/>
          </a:xfrm>
          <a:prstGeom prst="rect">
            <a:avLst/>
          </a:prstGeom>
          <a:solidFill>
            <a:schemeClr val="accent3">
              <a:lumMod val="40000"/>
              <a:lumOff val="60000"/>
            </a:schemeClr>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Metropolis" panose="00000500000000000000" pitchFamily="50" charset="0"/>
              </a:rPr>
              <a:t>Classes</a:t>
            </a:r>
            <a:endParaRPr lang="en-GB" b="1" dirty="0">
              <a:solidFill>
                <a:schemeClr val="tx1"/>
              </a:solidFill>
              <a:latin typeface="Metropolis" panose="00000500000000000000" pitchFamily="50" charset="0"/>
            </a:endParaRPr>
          </a:p>
        </p:txBody>
      </p:sp>
      <p:sp>
        <p:nvSpPr>
          <p:cNvPr id="10" name="TextBox 9">
            <a:extLst>
              <a:ext uri="{FF2B5EF4-FFF2-40B4-BE49-F238E27FC236}">
                <a16:creationId xmlns:a16="http://schemas.microsoft.com/office/drawing/2014/main" id="{1FB7A4F1-A33C-05EF-6CBC-A6B245963D63}"/>
              </a:ext>
            </a:extLst>
          </p:cNvPr>
          <p:cNvSpPr txBox="1"/>
          <p:nvPr/>
        </p:nvSpPr>
        <p:spPr>
          <a:xfrm>
            <a:off x="8189370" y="3599236"/>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107</a:t>
            </a:r>
            <a:endParaRPr lang="en-GB" dirty="0">
              <a:solidFill>
                <a:schemeClr val="tx1"/>
              </a:solidFill>
              <a:latin typeface="Metropolis" panose="00000500000000000000" pitchFamily="50" charset="0"/>
            </a:endParaRPr>
          </a:p>
        </p:txBody>
      </p:sp>
      <p:sp>
        <p:nvSpPr>
          <p:cNvPr id="12" name="TextBox 11">
            <a:extLst>
              <a:ext uri="{FF2B5EF4-FFF2-40B4-BE49-F238E27FC236}">
                <a16:creationId xmlns:a16="http://schemas.microsoft.com/office/drawing/2014/main" id="{56B07677-896E-E807-6BB4-48B6BE302521}"/>
              </a:ext>
            </a:extLst>
          </p:cNvPr>
          <p:cNvSpPr txBox="1"/>
          <p:nvPr/>
        </p:nvSpPr>
        <p:spPr>
          <a:xfrm>
            <a:off x="9515807" y="3601990"/>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22 250</a:t>
            </a:r>
            <a:endParaRPr lang="en-GB" dirty="0">
              <a:solidFill>
                <a:schemeClr val="tx1"/>
              </a:solidFill>
              <a:latin typeface="Metropolis" panose="00000500000000000000" pitchFamily="50" charset="0"/>
            </a:endParaRPr>
          </a:p>
        </p:txBody>
      </p:sp>
      <p:sp>
        <p:nvSpPr>
          <p:cNvPr id="15" name="TextBox 14">
            <a:extLst>
              <a:ext uri="{FF2B5EF4-FFF2-40B4-BE49-F238E27FC236}">
                <a16:creationId xmlns:a16="http://schemas.microsoft.com/office/drawing/2014/main" id="{BBBC4D49-D42E-952C-B252-7E98BA0DB2B5}"/>
              </a:ext>
            </a:extLst>
          </p:cNvPr>
          <p:cNvSpPr txBox="1"/>
          <p:nvPr/>
        </p:nvSpPr>
        <p:spPr>
          <a:xfrm>
            <a:off x="6853974" y="3599236"/>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2</a:t>
            </a:r>
            <a:endParaRPr lang="en-GB" dirty="0">
              <a:solidFill>
                <a:schemeClr val="tx1"/>
              </a:solidFill>
              <a:latin typeface="Metropolis" panose="00000500000000000000" pitchFamily="50" charset="0"/>
            </a:endParaRPr>
          </a:p>
        </p:txBody>
      </p:sp>
      <p:sp>
        <p:nvSpPr>
          <p:cNvPr id="16" name="TextBox 15">
            <a:extLst>
              <a:ext uri="{FF2B5EF4-FFF2-40B4-BE49-F238E27FC236}">
                <a16:creationId xmlns:a16="http://schemas.microsoft.com/office/drawing/2014/main" id="{10201484-6640-E2F1-4B01-33777A93762D}"/>
              </a:ext>
            </a:extLst>
          </p:cNvPr>
          <p:cNvSpPr txBox="1"/>
          <p:nvPr/>
        </p:nvSpPr>
        <p:spPr>
          <a:xfrm>
            <a:off x="8189370" y="4622438"/>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118</a:t>
            </a:r>
            <a:endParaRPr lang="en-GB" dirty="0">
              <a:solidFill>
                <a:schemeClr val="tx1"/>
              </a:solidFill>
              <a:latin typeface="Metropolis" panose="00000500000000000000" pitchFamily="50" charset="0"/>
            </a:endParaRPr>
          </a:p>
        </p:txBody>
      </p:sp>
      <p:sp>
        <p:nvSpPr>
          <p:cNvPr id="18" name="TextBox 17">
            <a:extLst>
              <a:ext uri="{FF2B5EF4-FFF2-40B4-BE49-F238E27FC236}">
                <a16:creationId xmlns:a16="http://schemas.microsoft.com/office/drawing/2014/main" id="{F42F66DD-A007-1B58-F8F6-B7180E69E1BE}"/>
              </a:ext>
            </a:extLst>
          </p:cNvPr>
          <p:cNvSpPr txBox="1"/>
          <p:nvPr/>
        </p:nvSpPr>
        <p:spPr>
          <a:xfrm>
            <a:off x="9515807" y="4617572"/>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2 689</a:t>
            </a:r>
            <a:endParaRPr lang="en-GB" dirty="0">
              <a:solidFill>
                <a:schemeClr val="tx1"/>
              </a:solidFill>
              <a:latin typeface="Metropolis" panose="00000500000000000000" pitchFamily="50" charset="0"/>
            </a:endParaRPr>
          </a:p>
        </p:txBody>
      </p:sp>
      <p:sp>
        <p:nvSpPr>
          <p:cNvPr id="22" name="TextBox 21">
            <a:extLst>
              <a:ext uri="{FF2B5EF4-FFF2-40B4-BE49-F238E27FC236}">
                <a16:creationId xmlns:a16="http://schemas.microsoft.com/office/drawing/2014/main" id="{6E914CCA-E4FF-B225-9E79-4C817600BE4B}"/>
              </a:ext>
            </a:extLst>
          </p:cNvPr>
          <p:cNvSpPr txBox="1"/>
          <p:nvPr/>
        </p:nvSpPr>
        <p:spPr>
          <a:xfrm>
            <a:off x="6853974" y="4622438"/>
            <a:ext cx="912337" cy="8280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defPPr>
              <a:defRPr lang="en-US"/>
            </a:defPPr>
            <a:lvl1pPr algn="ctr">
              <a:defRPr sz="1400">
                <a:solidFill>
                  <a:schemeClr val="accent5"/>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Metropolis" panose="00000500000000000000" pitchFamily="50" charset="0"/>
              </a:rPr>
              <a:t>10</a:t>
            </a:r>
            <a:endParaRPr lang="en-GB" dirty="0">
              <a:solidFill>
                <a:schemeClr val="tx1"/>
              </a:solidFill>
              <a:latin typeface="Metropolis" panose="00000500000000000000" pitchFamily="50" charset="0"/>
            </a:endParaRPr>
          </a:p>
        </p:txBody>
      </p:sp>
    </p:spTree>
    <p:extLst>
      <p:ext uri="{BB962C8B-B14F-4D97-AF65-F5344CB8AC3E}">
        <p14:creationId xmlns:p14="http://schemas.microsoft.com/office/powerpoint/2010/main" val="2580955941"/>
      </p:ext>
    </p:extLst>
  </p:cSld>
  <p:clrMapOvr>
    <a:masterClrMapping/>
  </p:clrMapOvr>
  <p:transition spd="med">
    <p:pull/>
  </p:transition>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2013-95A4-243C-B9C6-BC03B627184E}"/>
            </a:ext>
          </a:extLst>
        </p:cNvPr>
        <p:cNvGrpSpPr/>
        <p:nvPr/>
      </p:nvGrpSpPr>
      <p:grpSpPr>
        <a:xfrm>
          <a:off x="0" y="0"/>
          <a:ext cx="0" cy="0"/>
          <a:chOff x="0" y="0"/>
          <a:chExt cx="0" cy="0"/>
        </a:xfrm>
      </p:grpSpPr>
      <p:sp>
        <p:nvSpPr>
          <p:cNvPr id="18" name="Google Shape;12529;p1190">
            <a:extLst>
              <a:ext uri="{FF2B5EF4-FFF2-40B4-BE49-F238E27FC236}">
                <a16:creationId xmlns:a16="http://schemas.microsoft.com/office/drawing/2014/main" id="{5C6A602E-0458-19D2-BCD3-100B962AC521}"/>
              </a:ext>
            </a:extLst>
          </p:cNvPr>
          <p:cNvSpPr/>
          <p:nvPr/>
        </p:nvSpPr>
        <p:spPr>
          <a:xfrm>
            <a:off x="143864" y="2044784"/>
            <a:ext cx="3966110" cy="3658987"/>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9" name="Rectangle : coins arrondis 18">
            <a:extLst>
              <a:ext uri="{FF2B5EF4-FFF2-40B4-BE49-F238E27FC236}">
                <a16:creationId xmlns:a16="http://schemas.microsoft.com/office/drawing/2014/main" id="{790D80FC-F63E-2170-E34C-01023FCEA452}"/>
              </a:ext>
            </a:extLst>
          </p:cNvPr>
          <p:cNvSpPr/>
          <p:nvPr/>
        </p:nvSpPr>
        <p:spPr>
          <a:xfrm>
            <a:off x="791163" y="1850647"/>
            <a:ext cx="2855745" cy="454568"/>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MNIST (F1-SCORE)</a:t>
            </a:r>
            <a:endParaRPr lang="en-GB" sz="1200" b="1" dirty="0">
              <a:solidFill>
                <a:schemeClr val="bg1"/>
              </a:solidFill>
              <a:latin typeface="Metropolis" panose="00000500000000000000" pitchFamily="50" charset="0"/>
            </a:endParaRPr>
          </a:p>
        </p:txBody>
      </p:sp>
      <p:sp>
        <p:nvSpPr>
          <p:cNvPr id="3" name="Text Placeholder 2">
            <a:extLst>
              <a:ext uri="{FF2B5EF4-FFF2-40B4-BE49-F238E27FC236}">
                <a16:creationId xmlns:a16="http://schemas.microsoft.com/office/drawing/2014/main" id="{36FFBD4B-2ADC-B239-2A86-8EF19F59A187}"/>
              </a:ext>
            </a:extLst>
          </p:cNvPr>
          <p:cNvSpPr>
            <a:spLocks noGrp="1"/>
          </p:cNvSpPr>
          <p:nvPr>
            <p:ph type="body" sz="quarter" idx="10"/>
          </p:nvPr>
        </p:nvSpPr>
        <p:spPr>
          <a:xfrm>
            <a:off x="702963" y="437140"/>
            <a:ext cx="11487064" cy="498597"/>
          </a:xfrm>
        </p:spPr>
        <p:txBody>
          <a:bodyPr/>
          <a:lstStyle/>
          <a:p>
            <a:r>
              <a:rPr lang="en-GB" dirty="0"/>
              <a:t>First results</a:t>
            </a:r>
          </a:p>
        </p:txBody>
      </p:sp>
      <p:sp>
        <p:nvSpPr>
          <p:cNvPr id="20" name="Google Shape;12529;p1190">
            <a:extLst>
              <a:ext uri="{FF2B5EF4-FFF2-40B4-BE49-F238E27FC236}">
                <a16:creationId xmlns:a16="http://schemas.microsoft.com/office/drawing/2014/main" id="{0E4CD3C3-07CD-F4CD-2CD5-20A022B7B166}"/>
              </a:ext>
            </a:extLst>
          </p:cNvPr>
          <p:cNvSpPr/>
          <p:nvPr/>
        </p:nvSpPr>
        <p:spPr>
          <a:xfrm>
            <a:off x="4216287" y="2032594"/>
            <a:ext cx="3750711" cy="3671178"/>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21" name="Rectangle : coins arrondis 18">
            <a:extLst>
              <a:ext uri="{FF2B5EF4-FFF2-40B4-BE49-F238E27FC236}">
                <a16:creationId xmlns:a16="http://schemas.microsoft.com/office/drawing/2014/main" id="{50FA8C38-C36B-98BD-2CCE-21F1AC240488}"/>
              </a:ext>
            </a:extLst>
          </p:cNvPr>
          <p:cNvSpPr/>
          <p:nvPr/>
        </p:nvSpPr>
        <p:spPr>
          <a:xfrm>
            <a:off x="4810460" y="1838457"/>
            <a:ext cx="2855745" cy="454568"/>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PRS (AUC P-R)</a:t>
            </a:r>
            <a:endParaRPr lang="en-GB" sz="1200" b="1" dirty="0">
              <a:solidFill>
                <a:schemeClr val="bg1"/>
              </a:solidFill>
              <a:latin typeface="Metropolis" panose="00000500000000000000" pitchFamily="50" charset="0"/>
            </a:endParaRPr>
          </a:p>
        </p:txBody>
      </p:sp>
      <p:sp>
        <p:nvSpPr>
          <p:cNvPr id="27" name="Google Shape;12529;p1190">
            <a:extLst>
              <a:ext uri="{FF2B5EF4-FFF2-40B4-BE49-F238E27FC236}">
                <a16:creationId xmlns:a16="http://schemas.microsoft.com/office/drawing/2014/main" id="{AA23EC54-8714-48C7-4BA8-E279C5E584E6}"/>
              </a:ext>
            </a:extLst>
          </p:cNvPr>
          <p:cNvSpPr/>
          <p:nvPr/>
        </p:nvSpPr>
        <p:spPr>
          <a:xfrm>
            <a:off x="8073311" y="2026513"/>
            <a:ext cx="3974825" cy="3671178"/>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28" name="Rectangle : coins arrondis 18">
            <a:extLst>
              <a:ext uri="{FF2B5EF4-FFF2-40B4-BE49-F238E27FC236}">
                <a16:creationId xmlns:a16="http://schemas.microsoft.com/office/drawing/2014/main" id="{A1827B02-B015-B7E0-6620-EDD6B87B9473}"/>
              </a:ext>
            </a:extLst>
          </p:cNvPr>
          <p:cNvSpPr/>
          <p:nvPr/>
        </p:nvSpPr>
        <p:spPr>
          <a:xfrm>
            <a:off x="8976441" y="1832376"/>
            <a:ext cx="2855745" cy="454568"/>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Foot (F1-SCORE)</a:t>
            </a:r>
            <a:endParaRPr lang="en-GB" sz="1200" b="1" dirty="0">
              <a:solidFill>
                <a:schemeClr val="bg1"/>
              </a:solidFill>
              <a:latin typeface="Metropolis" panose="00000500000000000000" pitchFamily="50" charset="0"/>
            </a:endParaRPr>
          </a:p>
        </p:txBody>
      </p:sp>
      <p:sp>
        <p:nvSpPr>
          <p:cNvPr id="31" name="Rectangle : coins arrondis 18">
            <a:extLst>
              <a:ext uri="{FF2B5EF4-FFF2-40B4-BE49-F238E27FC236}">
                <a16:creationId xmlns:a16="http://schemas.microsoft.com/office/drawing/2014/main" id="{82F124E2-8B3B-4AA2-CD5E-FFDF7FB54A19}"/>
              </a:ext>
            </a:extLst>
          </p:cNvPr>
          <p:cNvSpPr/>
          <p:nvPr/>
        </p:nvSpPr>
        <p:spPr>
          <a:xfrm>
            <a:off x="5158809" y="318168"/>
            <a:ext cx="2159045" cy="867857"/>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labeled_ratio</a:t>
            </a:r>
            <a:r>
              <a:rPr lang="en-GB" sz="1400" b="1" dirty="0">
                <a:solidFill>
                  <a:srgbClr val="000000"/>
                </a:solidFill>
                <a:latin typeface="Metropolis" pitchFamily="2" charset="77"/>
              </a:rPr>
              <a:t> = 1%</a:t>
            </a:r>
          </a:p>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2%</a:t>
            </a:r>
          </a:p>
          <a:p>
            <a:pPr algn="ctr"/>
            <a:r>
              <a:rPr lang="en-GB" sz="1400" b="1" dirty="0" err="1">
                <a:solidFill>
                  <a:srgbClr val="000000"/>
                </a:solidFill>
                <a:latin typeface="Metropolis" pitchFamily="2" charset="77"/>
              </a:rPr>
              <a:t>test_size</a:t>
            </a:r>
            <a:r>
              <a:rPr lang="en-GB" sz="1400" b="1" dirty="0">
                <a:solidFill>
                  <a:srgbClr val="000000"/>
                </a:solidFill>
                <a:latin typeface="Metropolis" pitchFamily="2" charset="77"/>
              </a:rPr>
              <a:t> = 20%</a:t>
            </a:r>
            <a:endParaRPr lang="en-US" b="1" dirty="0">
              <a:solidFill>
                <a:schemeClr val="tx1"/>
              </a:solidFill>
              <a:latin typeface="Metropolis" pitchFamily="2" charset="77"/>
            </a:endParaRPr>
          </a:p>
        </p:txBody>
      </p:sp>
      <p:pic>
        <p:nvPicPr>
          <p:cNvPr id="2" name="Picture 1">
            <a:extLst>
              <a:ext uri="{FF2B5EF4-FFF2-40B4-BE49-F238E27FC236}">
                <a16:creationId xmlns:a16="http://schemas.microsoft.com/office/drawing/2014/main" id="{0D077BCF-A301-617A-7615-0590B415A25B}"/>
              </a:ext>
            </a:extLst>
          </p:cNvPr>
          <p:cNvPicPr>
            <a:picLocks noChangeAspect="1"/>
          </p:cNvPicPr>
          <p:nvPr/>
        </p:nvPicPr>
        <p:blipFill>
          <a:blip r:embed="rId4"/>
          <a:stretch>
            <a:fillRect/>
          </a:stretch>
        </p:blipFill>
        <p:spPr>
          <a:xfrm>
            <a:off x="8831943" y="278266"/>
            <a:ext cx="1467930" cy="989999"/>
          </a:xfrm>
          <a:prstGeom prst="rect">
            <a:avLst/>
          </a:prstGeom>
        </p:spPr>
      </p:pic>
      <p:pic>
        <p:nvPicPr>
          <p:cNvPr id="7" name="Picture 6">
            <a:extLst>
              <a:ext uri="{FF2B5EF4-FFF2-40B4-BE49-F238E27FC236}">
                <a16:creationId xmlns:a16="http://schemas.microsoft.com/office/drawing/2014/main" id="{1A2D148D-4E15-E14A-4BC1-E53EDE052DD7}"/>
              </a:ext>
            </a:extLst>
          </p:cNvPr>
          <p:cNvPicPr>
            <a:picLocks noChangeAspect="1"/>
          </p:cNvPicPr>
          <p:nvPr/>
        </p:nvPicPr>
        <p:blipFill>
          <a:blip r:embed="rId5"/>
          <a:stretch>
            <a:fillRect/>
          </a:stretch>
        </p:blipFill>
        <p:spPr>
          <a:xfrm>
            <a:off x="193261" y="2651348"/>
            <a:ext cx="3819473" cy="2616077"/>
          </a:xfrm>
          <a:prstGeom prst="rect">
            <a:avLst/>
          </a:prstGeom>
        </p:spPr>
      </p:pic>
      <p:sp>
        <p:nvSpPr>
          <p:cNvPr id="8" name="Rectangle : coins arrondis 18">
            <a:extLst>
              <a:ext uri="{FF2B5EF4-FFF2-40B4-BE49-F238E27FC236}">
                <a16:creationId xmlns:a16="http://schemas.microsoft.com/office/drawing/2014/main" id="{24352A45-6B60-54D0-4DCA-57BE03AD0CBD}"/>
              </a:ext>
            </a:extLst>
          </p:cNvPr>
          <p:cNvSpPr/>
          <p:nvPr/>
        </p:nvSpPr>
        <p:spPr>
          <a:xfrm>
            <a:off x="1076595" y="5300652"/>
            <a:ext cx="2100648" cy="211831"/>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FR" sz="1200" dirty="0">
                <a:solidFill>
                  <a:schemeClr val="tx1"/>
                </a:solidFill>
              </a:rPr>
              <a:t>% of training set labeled</a:t>
            </a:r>
          </a:p>
        </p:txBody>
      </p:sp>
      <p:pic>
        <p:nvPicPr>
          <p:cNvPr id="10" name="Picture 9">
            <a:extLst>
              <a:ext uri="{FF2B5EF4-FFF2-40B4-BE49-F238E27FC236}">
                <a16:creationId xmlns:a16="http://schemas.microsoft.com/office/drawing/2014/main" id="{7B38317F-B602-1360-83D7-024480C9F1BB}"/>
              </a:ext>
            </a:extLst>
          </p:cNvPr>
          <p:cNvPicPr>
            <a:picLocks noChangeAspect="1"/>
          </p:cNvPicPr>
          <p:nvPr/>
        </p:nvPicPr>
        <p:blipFill>
          <a:blip r:embed="rId6"/>
          <a:stretch>
            <a:fillRect/>
          </a:stretch>
        </p:blipFill>
        <p:spPr>
          <a:xfrm>
            <a:off x="4216287" y="2730032"/>
            <a:ext cx="3721288" cy="2458708"/>
          </a:xfrm>
          <a:prstGeom prst="rect">
            <a:avLst/>
          </a:prstGeom>
        </p:spPr>
      </p:pic>
      <p:pic>
        <p:nvPicPr>
          <p:cNvPr id="13" name="Picture 12">
            <a:extLst>
              <a:ext uri="{FF2B5EF4-FFF2-40B4-BE49-F238E27FC236}">
                <a16:creationId xmlns:a16="http://schemas.microsoft.com/office/drawing/2014/main" id="{AB52585A-959C-87DD-BA2E-2AF5766B8FFA}"/>
              </a:ext>
            </a:extLst>
          </p:cNvPr>
          <p:cNvPicPr>
            <a:picLocks noChangeAspect="1"/>
          </p:cNvPicPr>
          <p:nvPr/>
        </p:nvPicPr>
        <p:blipFill>
          <a:blip r:embed="rId7"/>
          <a:stretch>
            <a:fillRect/>
          </a:stretch>
        </p:blipFill>
        <p:spPr>
          <a:xfrm>
            <a:off x="8191486" y="2680353"/>
            <a:ext cx="3665551" cy="2508387"/>
          </a:xfrm>
          <a:prstGeom prst="rect">
            <a:avLst/>
          </a:prstGeom>
        </p:spPr>
      </p:pic>
      <p:sp>
        <p:nvSpPr>
          <p:cNvPr id="5" name="Rectangle : coins arrondis 18">
            <a:extLst>
              <a:ext uri="{FF2B5EF4-FFF2-40B4-BE49-F238E27FC236}">
                <a16:creationId xmlns:a16="http://schemas.microsoft.com/office/drawing/2014/main" id="{CEB19368-AEF4-54D3-1AC3-B2CD0220136F}"/>
              </a:ext>
            </a:extLst>
          </p:cNvPr>
          <p:cNvSpPr/>
          <p:nvPr/>
        </p:nvSpPr>
        <p:spPr>
          <a:xfrm>
            <a:off x="5041319" y="5300651"/>
            <a:ext cx="2100648" cy="211831"/>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FR" sz="1200" dirty="0">
                <a:solidFill>
                  <a:schemeClr val="tx1"/>
                </a:solidFill>
              </a:rPr>
              <a:t>% of training set labeled</a:t>
            </a:r>
          </a:p>
        </p:txBody>
      </p:sp>
      <p:sp>
        <p:nvSpPr>
          <p:cNvPr id="6" name="Rectangle : coins arrondis 18">
            <a:extLst>
              <a:ext uri="{FF2B5EF4-FFF2-40B4-BE49-F238E27FC236}">
                <a16:creationId xmlns:a16="http://schemas.microsoft.com/office/drawing/2014/main" id="{87720EF6-FFA1-CDDF-78C2-47313B1CEF03}"/>
              </a:ext>
            </a:extLst>
          </p:cNvPr>
          <p:cNvSpPr/>
          <p:nvPr/>
        </p:nvSpPr>
        <p:spPr>
          <a:xfrm>
            <a:off x="9089063" y="5267425"/>
            <a:ext cx="2100648" cy="211831"/>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FR" sz="1200" dirty="0">
                <a:solidFill>
                  <a:schemeClr val="tx1"/>
                </a:solidFill>
              </a:rPr>
              <a:t>% of training set labeled</a:t>
            </a:r>
          </a:p>
        </p:txBody>
      </p:sp>
    </p:spTree>
    <p:extLst>
      <p:ext uri="{BB962C8B-B14F-4D97-AF65-F5344CB8AC3E}">
        <p14:creationId xmlns:p14="http://schemas.microsoft.com/office/powerpoint/2010/main" val="1187130240"/>
      </p:ext>
    </p:extLst>
  </p:cSld>
  <p:clrMapOvr>
    <a:masterClrMapping/>
  </p:clrMapOvr>
  <p:transition spd="med">
    <p:pull/>
  </p:transition>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51598D-6192-48F1-FFB4-8EFC7F93B2D5}"/>
              </a:ext>
            </a:extLst>
          </p:cNvPr>
          <p:cNvSpPr>
            <a:spLocks noGrp="1"/>
          </p:cNvSpPr>
          <p:nvPr>
            <p:ph type="body" sz="quarter" idx="10"/>
          </p:nvPr>
        </p:nvSpPr>
        <p:spPr/>
        <p:txBody>
          <a:bodyPr/>
          <a:lstStyle/>
          <a:p>
            <a:r>
              <a:rPr lang="en-FR" dirty="0"/>
              <a:t>Overview of the entire labeled training set</a:t>
            </a:r>
          </a:p>
        </p:txBody>
      </p:sp>
      <p:pic>
        <p:nvPicPr>
          <p:cNvPr id="3" name="Picture 2">
            <a:extLst>
              <a:ext uri="{FF2B5EF4-FFF2-40B4-BE49-F238E27FC236}">
                <a16:creationId xmlns:a16="http://schemas.microsoft.com/office/drawing/2014/main" id="{9AA8E997-52C2-B479-248F-24CC83AEA6C6}"/>
              </a:ext>
            </a:extLst>
          </p:cNvPr>
          <p:cNvPicPr>
            <a:picLocks noChangeAspect="1"/>
          </p:cNvPicPr>
          <p:nvPr/>
        </p:nvPicPr>
        <p:blipFill>
          <a:blip r:embed="rId2"/>
          <a:srcRect l="4796"/>
          <a:stretch/>
        </p:blipFill>
        <p:spPr>
          <a:xfrm>
            <a:off x="992220" y="1284599"/>
            <a:ext cx="9708017" cy="5087200"/>
          </a:xfrm>
          <a:prstGeom prst="rect">
            <a:avLst/>
          </a:prstGeom>
        </p:spPr>
      </p:pic>
      <p:pic>
        <p:nvPicPr>
          <p:cNvPr id="4" name="Picture 3">
            <a:extLst>
              <a:ext uri="{FF2B5EF4-FFF2-40B4-BE49-F238E27FC236}">
                <a16:creationId xmlns:a16="http://schemas.microsoft.com/office/drawing/2014/main" id="{0743F388-46AF-16A8-774C-B4AB058C3A5C}"/>
              </a:ext>
            </a:extLst>
          </p:cNvPr>
          <p:cNvPicPr>
            <a:picLocks noChangeAspect="1"/>
          </p:cNvPicPr>
          <p:nvPr/>
        </p:nvPicPr>
        <p:blipFill>
          <a:blip r:embed="rId3"/>
          <a:stretch>
            <a:fillRect/>
          </a:stretch>
        </p:blipFill>
        <p:spPr>
          <a:xfrm rot="16200000">
            <a:off x="362584" y="3903699"/>
            <a:ext cx="812800" cy="215900"/>
          </a:xfrm>
          <a:prstGeom prst="rect">
            <a:avLst/>
          </a:prstGeom>
        </p:spPr>
      </p:pic>
    </p:spTree>
    <p:extLst>
      <p:ext uri="{BB962C8B-B14F-4D97-AF65-F5344CB8AC3E}">
        <p14:creationId xmlns:p14="http://schemas.microsoft.com/office/powerpoint/2010/main" val="2452635601"/>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40F713-0E1D-5971-B27B-8CF9C22FB095}"/>
              </a:ext>
            </a:extLst>
          </p:cNvPr>
          <p:cNvSpPr>
            <a:spLocks noGrp="1"/>
          </p:cNvSpPr>
          <p:nvPr>
            <p:ph type="body" sz="quarter" idx="10"/>
          </p:nvPr>
        </p:nvSpPr>
        <p:spPr/>
        <p:txBody>
          <a:bodyPr/>
          <a:lstStyle/>
          <a:p>
            <a:r>
              <a:rPr lang="en-FR" dirty="0"/>
              <a:t>Main points on Active Learning</a:t>
            </a:r>
          </a:p>
          <a:p>
            <a:endParaRPr lang="en-FR" dirty="0"/>
          </a:p>
        </p:txBody>
      </p:sp>
      <p:pic>
        <p:nvPicPr>
          <p:cNvPr id="4" name="Picture 2">
            <a:extLst>
              <a:ext uri="{FF2B5EF4-FFF2-40B4-BE49-F238E27FC236}">
                <a16:creationId xmlns:a16="http://schemas.microsoft.com/office/drawing/2014/main" id="{3C92C8A4-9F16-F2BE-9080-0CB55F8FC2E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97233" y="1426506"/>
            <a:ext cx="724278" cy="96282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02DABBD-8FAC-A2BD-E040-100E779F275F}"/>
              </a:ext>
            </a:extLst>
          </p:cNvPr>
          <p:cNvSpPr/>
          <p:nvPr/>
        </p:nvSpPr>
        <p:spPr>
          <a:xfrm>
            <a:off x="1940599" y="1444576"/>
            <a:ext cx="8742055" cy="902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Metropolis Black" panose="00000A00000000000000" pitchFamily="50" charset="0"/>
              </a:rPr>
              <a:t>Makes sense to use AL !</a:t>
            </a:r>
          </a:p>
        </p:txBody>
      </p:sp>
    </p:spTree>
    <p:extLst>
      <p:ext uri="{BB962C8B-B14F-4D97-AF65-F5344CB8AC3E}">
        <p14:creationId xmlns:p14="http://schemas.microsoft.com/office/powerpoint/2010/main" val="722309711"/>
      </p:ext>
    </p:extLst>
  </p:cSld>
  <p:clrMapOvr>
    <a:masterClrMapping/>
  </p:clrMapOvr>
  <p:transition spd="med">
    <p:pull/>
  </p:transition>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6BA5C-4E94-F091-3E59-B155627B9BB1}"/>
            </a:ext>
          </a:extLst>
        </p:cNvPr>
        <p:cNvGrpSpPr/>
        <p:nvPr/>
      </p:nvGrpSpPr>
      <p:grpSpPr>
        <a:xfrm>
          <a:off x="0" y="0"/>
          <a:ext cx="0" cy="0"/>
          <a:chOff x="0" y="0"/>
          <a:chExt cx="0" cy="0"/>
        </a:xfrm>
      </p:grpSpPr>
      <p:sp>
        <p:nvSpPr>
          <p:cNvPr id="18" name="Google Shape;12529;p1190">
            <a:extLst>
              <a:ext uri="{FF2B5EF4-FFF2-40B4-BE49-F238E27FC236}">
                <a16:creationId xmlns:a16="http://schemas.microsoft.com/office/drawing/2014/main" id="{592F1CBC-A721-8DCC-97E3-986D6FAA3479}"/>
              </a:ext>
            </a:extLst>
          </p:cNvPr>
          <p:cNvSpPr/>
          <p:nvPr/>
        </p:nvSpPr>
        <p:spPr>
          <a:xfrm>
            <a:off x="4073240" y="57378"/>
            <a:ext cx="5641242" cy="218647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dirty="0">
              <a:solidFill>
                <a:schemeClr val="accent5"/>
              </a:solidFill>
              <a:latin typeface="+mj-lt"/>
            </a:endParaRPr>
          </a:p>
        </p:txBody>
      </p:sp>
      <p:sp>
        <p:nvSpPr>
          <p:cNvPr id="3" name="Text Placeholder 2">
            <a:extLst>
              <a:ext uri="{FF2B5EF4-FFF2-40B4-BE49-F238E27FC236}">
                <a16:creationId xmlns:a16="http://schemas.microsoft.com/office/drawing/2014/main" id="{A5A5E945-2D5C-3A59-A93B-65BC1A00529F}"/>
              </a:ext>
            </a:extLst>
          </p:cNvPr>
          <p:cNvSpPr>
            <a:spLocks noGrp="1"/>
          </p:cNvSpPr>
          <p:nvPr>
            <p:ph type="body" sz="quarter" idx="10"/>
          </p:nvPr>
        </p:nvSpPr>
        <p:spPr>
          <a:xfrm>
            <a:off x="53341" y="439901"/>
            <a:ext cx="4114214" cy="498597"/>
          </a:xfrm>
        </p:spPr>
        <p:txBody>
          <a:bodyPr/>
          <a:lstStyle/>
          <a:p>
            <a:r>
              <a:rPr lang="en-GB" sz="3200" dirty="0"/>
              <a:t>Impact of retraining on MNIST</a:t>
            </a:r>
          </a:p>
        </p:txBody>
      </p:sp>
      <p:sp>
        <p:nvSpPr>
          <p:cNvPr id="31" name="Rectangle : coins arrondis 18">
            <a:extLst>
              <a:ext uri="{FF2B5EF4-FFF2-40B4-BE49-F238E27FC236}">
                <a16:creationId xmlns:a16="http://schemas.microsoft.com/office/drawing/2014/main" id="{D143713B-943B-7A06-7843-4C790DC8C029}"/>
              </a:ext>
            </a:extLst>
          </p:cNvPr>
          <p:cNvSpPr/>
          <p:nvPr/>
        </p:nvSpPr>
        <p:spPr>
          <a:xfrm>
            <a:off x="285442" y="1988897"/>
            <a:ext cx="2083414"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labeled_ratio</a:t>
            </a:r>
            <a:r>
              <a:rPr lang="en-GB" sz="1400" b="1" dirty="0">
                <a:solidFill>
                  <a:srgbClr val="000000"/>
                </a:solidFill>
                <a:latin typeface="Metropolis" pitchFamily="2" charset="77"/>
              </a:rPr>
              <a:t> = 1%</a:t>
            </a:r>
          </a:p>
          <a:p>
            <a:pPr algn="ctr"/>
            <a:r>
              <a:rPr lang="en-GB" sz="1400" b="1" dirty="0" err="1">
                <a:solidFill>
                  <a:srgbClr val="000000"/>
                </a:solidFill>
                <a:latin typeface="Metropolis" pitchFamily="2" charset="77"/>
              </a:rPr>
              <a:t>test_size</a:t>
            </a:r>
            <a:r>
              <a:rPr lang="en-GB" sz="1400" b="1" dirty="0">
                <a:solidFill>
                  <a:srgbClr val="000000"/>
                </a:solidFill>
                <a:latin typeface="Metropolis" pitchFamily="2" charset="77"/>
              </a:rPr>
              <a:t> = 20%</a:t>
            </a:r>
            <a:endParaRPr lang="en-US" b="1" dirty="0">
              <a:solidFill>
                <a:schemeClr val="tx1"/>
              </a:solidFill>
              <a:latin typeface="Metropolis" pitchFamily="2" charset="77"/>
            </a:endParaRPr>
          </a:p>
        </p:txBody>
      </p:sp>
      <p:pic>
        <p:nvPicPr>
          <p:cNvPr id="2" name="Picture 1">
            <a:extLst>
              <a:ext uri="{FF2B5EF4-FFF2-40B4-BE49-F238E27FC236}">
                <a16:creationId xmlns:a16="http://schemas.microsoft.com/office/drawing/2014/main" id="{7BEF8FFC-186F-90DE-4FF1-BE5FD29FD5CD}"/>
              </a:ext>
            </a:extLst>
          </p:cNvPr>
          <p:cNvPicPr>
            <a:picLocks noChangeAspect="1"/>
          </p:cNvPicPr>
          <p:nvPr/>
        </p:nvPicPr>
        <p:blipFill>
          <a:blip r:embed="rId4"/>
          <a:stretch>
            <a:fillRect/>
          </a:stretch>
        </p:blipFill>
        <p:spPr>
          <a:xfrm>
            <a:off x="454822" y="3625215"/>
            <a:ext cx="1914034" cy="1290860"/>
          </a:xfrm>
          <a:prstGeom prst="rect">
            <a:avLst/>
          </a:prstGeom>
        </p:spPr>
      </p:pic>
      <p:sp>
        <p:nvSpPr>
          <p:cNvPr id="8" name="Google Shape;12529;p1190">
            <a:extLst>
              <a:ext uri="{FF2B5EF4-FFF2-40B4-BE49-F238E27FC236}">
                <a16:creationId xmlns:a16="http://schemas.microsoft.com/office/drawing/2014/main" id="{A08172B7-F004-6E99-8A9C-B5BDFD295879}"/>
              </a:ext>
            </a:extLst>
          </p:cNvPr>
          <p:cNvSpPr/>
          <p:nvPr/>
        </p:nvSpPr>
        <p:spPr>
          <a:xfrm>
            <a:off x="4073240" y="2273445"/>
            <a:ext cx="5641242" cy="2255822"/>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11" name="Google Shape;12529;p1190">
            <a:extLst>
              <a:ext uri="{FF2B5EF4-FFF2-40B4-BE49-F238E27FC236}">
                <a16:creationId xmlns:a16="http://schemas.microsoft.com/office/drawing/2014/main" id="{B294315C-0465-54A1-C15F-1E60978F9702}"/>
              </a:ext>
            </a:extLst>
          </p:cNvPr>
          <p:cNvSpPr/>
          <p:nvPr/>
        </p:nvSpPr>
        <p:spPr>
          <a:xfrm>
            <a:off x="4073240" y="4569023"/>
            <a:ext cx="5641242" cy="2255822"/>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14" name="Rectangle : coins arrondis 18">
            <a:extLst>
              <a:ext uri="{FF2B5EF4-FFF2-40B4-BE49-F238E27FC236}">
                <a16:creationId xmlns:a16="http://schemas.microsoft.com/office/drawing/2014/main" id="{C74EF128-500F-6492-64F6-CB55E86B56C2}"/>
              </a:ext>
            </a:extLst>
          </p:cNvPr>
          <p:cNvSpPr/>
          <p:nvPr/>
        </p:nvSpPr>
        <p:spPr>
          <a:xfrm>
            <a:off x="9887200" y="644885"/>
            <a:ext cx="2251460"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0.5%</a:t>
            </a:r>
            <a:endParaRPr lang="en-US" b="1" dirty="0">
              <a:solidFill>
                <a:schemeClr val="tx1"/>
              </a:solidFill>
              <a:latin typeface="Metropolis" pitchFamily="2" charset="77"/>
            </a:endParaRPr>
          </a:p>
        </p:txBody>
      </p:sp>
      <p:sp>
        <p:nvSpPr>
          <p:cNvPr id="19" name="Rectangle : coins arrondis 18">
            <a:extLst>
              <a:ext uri="{FF2B5EF4-FFF2-40B4-BE49-F238E27FC236}">
                <a16:creationId xmlns:a16="http://schemas.microsoft.com/office/drawing/2014/main" id="{B3EF237D-1F24-2308-65D5-ED4F31C2FD9D}"/>
              </a:ext>
            </a:extLst>
          </p:cNvPr>
          <p:cNvSpPr/>
          <p:nvPr/>
        </p:nvSpPr>
        <p:spPr>
          <a:xfrm>
            <a:off x="9864106" y="3114863"/>
            <a:ext cx="2251460"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a:t>
            </a:r>
            <a:endParaRPr lang="en-US" b="1" dirty="0">
              <a:solidFill>
                <a:schemeClr val="tx1"/>
              </a:solidFill>
              <a:latin typeface="Metropolis" pitchFamily="2" charset="77"/>
            </a:endParaRPr>
          </a:p>
        </p:txBody>
      </p:sp>
      <p:sp>
        <p:nvSpPr>
          <p:cNvPr id="22" name="Rectangle : coins arrondis 18">
            <a:extLst>
              <a:ext uri="{FF2B5EF4-FFF2-40B4-BE49-F238E27FC236}">
                <a16:creationId xmlns:a16="http://schemas.microsoft.com/office/drawing/2014/main" id="{5092AA12-11F1-9C4B-7AD0-78DE6F55E099}"/>
              </a:ext>
            </a:extLst>
          </p:cNvPr>
          <p:cNvSpPr/>
          <p:nvPr/>
        </p:nvSpPr>
        <p:spPr>
          <a:xfrm>
            <a:off x="9887200" y="5323534"/>
            <a:ext cx="2228366"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3%</a:t>
            </a:r>
            <a:endParaRPr lang="en-US" b="1" dirty="0">
              <a:solidFill>
                <a:schemeClr val="tx1"/>
              </a:solidFill>
              <a:latin typeface="Metropolis" pitchFamily="2" charset="77"/>
            </a:endParaRPr>
          </a:p>
        </p:txBody>
      </p:sp>
      <p:pic>
        <p:nvPicPr>
          <p:cNvPr id="5" name="Picture 4">
            <a:extLst>
              <a:ext uri="{FF2B5EF4-FFF2-40B4-BE49-F238E27FC236}">
                <a16:creationId xmlns:a16="http://schemas.microsoft.com/office/drawing/2014/main" id="{11DAD425-9C60-AC8F-4FE5-1F2579644713}"/>
              </a:ext>
            </a:extLst>
          </p:cNvPr>
          <p:cNvPicPr>
            <a:picLocks noChangeAspect="1"/>
          </p:cNvPicPr>
          <p:nvPr/>
        </p:nvPicPr>
        <p:blipFill>
          <a:blip r:embed="rId5"/>
          <a:stretch>
            <a:fillRect/>
          </a:stretch>
        </p:blipFill>
        <p:spPr>
          <a:xfrm>
            <a:off x="4073240" y="2401924"/>
            <a:ext cx="5641242" cy="1865520"/>
          </a:xfrm>
          <a:prstGeom prst="rect">
            <a:avLst/>
          </a:prstGeom>
        </p:spPr>
      </p:pic>
      <p:pic>
        <p:nvPicPr>
          <p:cNvPr id="6" name="Picture 5">
            <a:extLst>
              <a:ext uri="{FF2B5EF4-FFF2-40B4-BE49-F238E27FC236}">
                <a16:creationId xmlns:a16="http://schemas.microsoft.com/office/drawing/2014/main" id="{960E7DD9-8B8E-BC60-C0F8-3D6BF626A9FF}"/>
              </a:ext>
            </a:extLst>
          </p:cNvPr>
          <p:cNvPicPr>
            <a:picLocks noChangeAspect="1"/>
          </p:cNvPicPr>
          <p:nvPr/>
        </p:nvPicPr>
        <p:blipFill>
          <a:blip r:embed="rId6"/>
          <a:stretch>
            <a:fillRect/>
          </a:stretch>
        </p:blipFill>
        <p:spPr>
          <a:xfrm>
            <a:off x="4073240" y="183546"/>
            <a:ext cx="5641242" cy="1828076"/>
          </a:xfrm>
          <a:prstGeom prst="rect">
            <a:avLst/>
          </a:prstGeom>
        </p:spPr>
      </p:pic>
      <p:pic>
        <p:nvPicPr>
          <p:cNvPr id="9" name="Picture 8">
            <a:extLst>
              <a:ext uri="{FF2B5EF4-FFF2-40B4-BE49-F238E27FC236}">
                <a16:creationId xmlns:a16="http://schemas.microsoft.com/office/drawing/2014/main" id="{94E09BD7-44E9-747D-35B7-F724437CD670}"/>
              </a:ext>
            </a:extLst>
          </p:cNvPr>
          <p:cNvPicPr>
            <a:picLocks noChangeAspect="1"/>
          </p:cNvPicPr>
          <p:nvPr/>
        </p:nvPicPr>
        <p:blipFill>
          <a:blip r:embed="rId7"/>
          <a:stretch>
            <a:fillRect/>
          </a:stretch>
        </p:blipFill>
        <p:spPr>
          <a:xfrm>
            <a:off x="4073240" y="4752518"/>
            <a:ext cx="5642174" cy="1921936"/>
          </a:xfrm>
          <a:prstGeom prst="rect">
            <a:avLst/>
          </a:prstGeom>
        </p:spPr>
      </p:pic>
    </p:spTree>
    <p:extLst>
      <p:ext uri="{BB962C8B-B14F-4D97-AF65-F5344CB8AC3E}">
        <p14:creationId xmlns:p14="http://schemas.microsoft.com/office/powerpoint/2010/main" val="892743917"/>
      </p:ext>
    </p:extLst>
  </p:cSld>
  <p:clrMapOvr>
    <a:masterClrMapping/>
  </p:clrMapOvr>
  <p:transition spd="med">
    <p:pull/>
  </p:transition>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74D7A-00F9-6FF1-4A6B-7727206B23E1}"/>
            </a:ext>
          </a:extLst>
        </p:cNvPr>
        <p:cNvGrpSpPr/>
        <p:nvPr/>
      </p:nvGrpSpPr>
      <p:grpSpPr>
        <a:xfrm>
          <a:off x="0" y="0"/>
          <a:ext cx="0" cy="0"/>
          <a:chOff x="0" y="0"/>
          <a:chExt cx="0" cy="0"/>
        </a:xfrm>
      </p:grpSpPr>
      <p:sp>
        <p:nvSpPr>
          <p:cNvPr id="18" name="Google Shape;12529;p1190">
            <a:extLst>
              <a:ext uri="{FF2B5EF4-FFF2-40B4-BE49-F238E27FC236}">
                <a16:creationId xmlns:a16="http://schemas.microsoft.com/office/drawing/2014/main" id="{1484F1C6-5B85-A3E9-8F8C-36367BD726C9}"/>
              </a:ext>
            </a:extLst>
          </p:cNvPr>
          <p:cNvSpPr/>
          <p:nvPr/>
        </p:nvSpPr>
        <p:spPr>
          <a:xfrm>
            <a:off x="4073240" y="57378"/>
            <a:ext cx="5641242" cy="211665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3" name="Text Placeholder 2">
            <a:extLst>
              <a:ext uri="{FF2B5EF4-FFF2-40B4-BE49-F238E27FC236}">
                <a16:creationId xmlns:a16="http://schemas.microsoft.com/office/drawing/2014/main" id="{77A9B2C2-9788-233F-D729-1E7D78F410B6}"/>
              </a:ext>
            </a:extLst>
          </p:cNvPr>
          <p:cNvSpPr>
            <a:spLocks noGrp="1"/>
          </p:cNvSpPr>
          <p:nvPr>
            <p:ph type="body" sz="quarter" idx="10"/>
          </p:nvPr>
        </p:nvSpPr>
        <p:spPr>
          <a:xfrm>
            <a:off x="68580" y="437393"/>
            <a:ext cx="4156939" cy="498597"/>
          </a:xfrm>
        </p:spPr>
        <p:txBody>
          <a:bodyPr/>
          <a:lstStyle/>
          <a:p>
            <a:r>
              <a:rPr lang="en-GB" sz="3200" dirty="0"/>
              <a:t>Impact of retraining on PRS</a:t>
            </a:r>
          </a:p>
        </p:txBody>
      </p:sp>
      <p:sp>
        <p:nvSpPr>
          <p:cNvPr id="31" name="Rectangle : coins arrondis 18">
            <a:extLst>
              <a:ext uri="{FF2B5EF4-FFF2-40B4-BE49-F238E27FC236}">
                <a16:creationId xmlns:a16="http://schemas.microsoft.com/office/drawing/2014/main" id="{67C74783-B7C1-2690-F9C8-3DC6BA514288}"/>
              </a:ext>
            </a:extLst>
          </p:cNvPr>
          <p:cNvSpPr/>
          <p:nvPr/>
        </p:nvSpPr>
        <p:spPr>
          <a:xfrm>
            <a:off x="285442" y="1988897"/>
            <a:ext cx="2083414"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labeled_ratio</a:t>
            </a:r>
            <a:r>
              <a:rPr lang="en-GB" sz="1400" b="1" dirty="0">
                <a:solidFill>
                  <a:srgbClr val="000000"/>
                </a:solidFill>
                <a:latin typeface="Metropolis" pitchFamily="2" charset="77"/>
              </a:rPr>
              <a:t> = 1%</a:t>
            </a:r>
          </a:p>
          <a:p>
            <a:pPr algn="ctr"/>
            <a:r>
              <a:rPr lang="en-GB" sz="1400" b="1" dirty="0" err="1">
                <a:solidFill>
                  <a:srgbClr val="000000"/>
                </a:solidFill>
                <a:latin typeface="Metropolis" pitchFamily="2" charset="77"/>
              </a:rPr>
              <a:t>test_size</a:t>
            </a:r>
            <a:r>
              <a:rPr lang="en-GB" sz="1400" b="1" dirty="0">
                <a:solidFill>
                  <a:srgbClr val="000000"/>
                </a:solidFill>
                <a:latin typeface="Metropolis" pitchFamily="2" charset="77"/>
              </a:rPr>
              <a:t> = 20%</a:t>
            </a:r>
            <a:endParaRPr lang="en-US" b="1" dirty="0">
              <a:solidFill>
                <a:schemeClr val="tx1"/>
              </a:solidFill>
              <a:latin typeface="Metropolis" pitchFamily="2" charset="77"/>
            </a:endParaRPr>
          </a:p>
        </p:txBody>
      </p:sp>
      <p:pic>
        <p:nvPicPr>
          <p:cNvPr id="2" name="Picture 1">
            <a:extLst>
              <a:ext uri="{FF2B5EF4-FFF2-40B4-BE49-F238E27FC236}">
                <a16:creationId xmlns:a16="http://schemas.microsoft.com/office/drawing/2014/main" id="{F20B9D53-E434-A31D-16D1-981BC2B4E616}"/>
              </a:ext>
            </a:extLst>
          </p:cNvPr>
          <p:cNvPicPr>
            <a:picLocks noChangeAspect="1"/>
          </p:cNvPicPr>
          <p:nvPr/>
        </p:nvPicPr>
        <p:blipFill>
          <a:blip r:embed="rId4"/>
          <a:stretch>
            <a:fillRect/>
          </a:stretch>
        </p:blipFill>
        <p:spPr>
          <a:xfrm>
            <a:off x="454822" y="3625215"/>
            <a:ext cx="1914034" cy="1290860"/>
          </a:xfrm>
          <a:prstGeom prst="rect">
            <a:avLst/>
          </a:prstGeom>
        </p:spPr>
      </p:pic>
      <p:sp>
        <p:nvSpPr>
          <p:cNvPr id="8" name="Google Shape;12529;p1190">
            <a:extLst>
              <a:ext uri="{FF2B5EF4-FFF2-40B4-BE49-F238E27FC236}">
                <a16:creationId xmlns:a16="http://schemas.microsoft.com/office/drawing/2014/main" id="{63EF488C-9BB6-5BFA-1C11-42F5814B6143}"/>
              </a:ext>
            </a:extLst>
          </p:cNvPr>
          <p:cNvSpPr/>
          <p:nvPr/>
        </p:nvSpPr>
        <p:spPr>
          <a:xfrm>
            <a:off x="4073240" y="2228833"/>
            <a:ext cx="5641242" cy="2215159"/>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11" name="Google Shape;12529;p1190">
            <a:extLst>
              <a:ext uri="{FF2B5EF4-FFF2-40B4-BE49-F238E27FC236}">
                <a16:creationId xmlns:a16="http://schemas.microsoft.com/office/drawing/2014/main" id="{5673BC80-210C-065E-68F9-33B81860DA68}"/>
              </a:ext>
            </a:extLst>
          </p:cNvPr>
          <p:cNvSpPr/>
          <p:nvPr/>
        </p:nvSpPr>
        <p:spPr>
          <a:xfrm>
            <a:off x="4073240" y="4548263"/>
            <a:ext cx="5641242" cy="2197553"/>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dirty="0">
              <a:solidFill>
                <a:schemeClr val="accent5"/>
              </a:solidFill>
              <a:latin typeface="+mj-lt"/>
            </a:endParaRPr>
          </a:p>
        </p:txBody>
      </p:sp>
      <p:sp>
        <p:nvSpPr>
          <p:cNvPr id="14" name="Rectangle : coins arrondis 18">
            <a:extLst>
              <a:ext uri="{FF2B5EF4-FFF2-40B4-BE49-F238E27FC236}">
                <a16:creationId xmlns:a16="http://schemas.microsoft.com/office/drawing/2014/main" id="{A83655D6-B341-E668-BC37-DEB758F5ACC4}"/>
              </a:ext>
            </a:extLst>
          </p:cNvPr>
          <p:cNvSpPr/>
          <p:nvPr/>
        </p:nvSpPr>
        <p:spPr>
          <a:xfrm>
            <a:off x="9887200" y="644885"/>
            <a:ext cx="2088672" cy="718473"/>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a:t>
            </a:r>
            <a:endParaRPr lang="en-US" b="1" dirty="0">
              <a:solidFill>
                <a:schemeClr val="tx1"/>
              </a:solidFill>
              <a:latin typeface="Metropolis" pitchFamily="2" charset="77"/>
            </a:endParaRPr>
          </a:p>
        </p:txBody>
      </p:sp>
      <p:sp>
        <p:nvSpPr>
          <p:cNvPr id="19" name="Rectangle : coins arrondis 18">
            <a:extLst>
              <a:ext uri="{FF2B5EF4-FFF2-40B4-BE49-F238E27FC236}">
                <a16:creationId xmlns:a16="http://schemas.microsoft.com/office/drawing/2014/main" id="{5EB412D7-3BFF-7B54-CEE0-B636423263BB}"/>
              </a:ext>
            </a:extLst>
          </p:cNvPr>
          <p:cNvSpPr/>
          <p:nvPr/>
        </p:nvSpPr>
        <p:spPr>
          <a:xfrm>
            <a:off x="9864106" y="3114863"/>
            <a:ext cx="2111766" cy="718473"/>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5%</a:t>
            </a:r>
            <a:endParaRPr lang="en-US" b="1" dirty="0">
              <a:solidFill>
                <a:schemeClr val="tx1"/>
              </a:solidFill>
              <a:latin typeface="Metropolis" pitchFamily="2" charset="77"/>
            </a:endParaRPr>
          </a:p>
        </p:txBody>
      </p:sp>
      <p:sp>
        <p:nvSpPr>
          <p:cNvPr id="22" name="Rectangle : coins arrondis 18">
            <a:extLst>
              <a:ext uri="{FF2B5EF4-FFF2-40B4-BE49-F238E27FC236}">
                <a16:creationId xmlns:a16="http://schemas.microsoft.com/office/drawing/2014/main" id="{E2B2B0D9-1173-0093-C745-356B97DE4995}"/>
              </a:ext>
            </a:extLst>
          </p:cNvPr>
          <p:cNvSpPr/>
          <p:nvPr/>
        </p:nvSpPr>
        <p:spPr>
          <a:xfrm>
            <a:off x="9887200" y="5323534"/>
            <a:ext cx="2088672" cy="718473"/>
          </a:xfrm>
          <a:prstGeom prst="roundRect">
            <a:avLst>
              <a:gd name="adj" fmla="val 1831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10%</a:t>
            </a:r>
            <a:endParaRPr lang="en-US" b="1" dirty="0">
              <a:solidFill>
                <a:schemeClr val="tx1"/>
              </a:solidFill>
              <a:latin typeface="Metropolis" pitchFamily="2" charset="77"/>
            </a:endParaRPr>
          </a:p>
        </p:txBody>
      </p:sp>
      <p:sp>
        <p:nvSpPr>
          <p:cNvPr id="7" name="Rectangle : coins arrondis 18">
            <a:extLst>
              <a:ext uri="{FF2B5EF4-FFF2-40B4-BE49-F238E27FC236}">
                <a16:creationId xmlns:a16="http://schemas.microsoft.com/office/drawing/2014/main" id="{D9D06F21-DE74-CC8D-2610-28A05451DF5E}"/>
              </a:ext>
            </a:extLst>
          </p:cNvPr>
          <p:cNvSpPr/>
          <p:nvPr/>
        </p:nvSpPr>
        <p:spPr>
          <a:xfrm>
            <a:off x="9887200" y="644885"/>
            <a:ext cx="2251460"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0.5%</a:t>
            </a:r>
            <a:endParaRPr lang="en-US" b="1" dirty="0">
              <a:solidFill>
                <a:schemeClr val="tx1"/>
              </a:solidFill>
              <a:latin typeface="Metropolis" pitchFamily="2" charset="77"/>
            </a:endParaRPr>
          </a:p>
        </p:txBody>
      </p:sp>
      <p:sp>
        <p:nvSpPr>
          <p:cNvPr id="9" name="Rectangle : coins arrondis 18">
            <a:extLst>
              <a:ext uri="{FF2B5EF4-FFF2-40B4-BE49-F238E27FC236}">
                <a16:creationId xmlns:a16="http://schemas.microsoft.com/office/drawing/2014/main" id="{7E65FE1D-70CE-D268-2142-288771E7D5E1}"/>
              </a:ext>
            </a:extLst>
          </p:cNvPr>
          <p:cNvSpPr/>
          <p:nvPr/>
        </p:nvSpPr>
        <p:spPr>
          <a:xfrm>
            <a:off x="9864106" y="3114863"/>
            <a:ext cx="2251460" cy="718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a:t>
            </a:r>
            <a:endParaRPr lang="en-US" b="1" dirty="0">
              <a:solidFill>
                <a:schemeClr val="tx1"/>
              </a:solidFill>
              <a:latin typeface="Metropolis" pitchFamily="2" charset="77"/>
            </a:endParaRPr>
          </a:p>
        </p:txBody>
      </p:sp>
      <p:sp>
        <p:nvSpPr>
          <p:cNvPr id="10" name="Rectangle : coins arrondis 18">
            <a:extLst>
              <a:ext uri="{FF2B5EF4-FFF2-40B4-BE49-F238E27FC236}">
                <a16:creationId xmlns:a16="http://schemas.microsoft.com/office/drawing/2014/main" id="{3EDD0E8F-741C-47C8-50F8-E964B8B22635}"/>
              </a:ext>
            </a:extLst>
          </p:cNvPr>
          <p:cNvSpPr/>
          <p:nvPr/>
        </p:nvSpPr>
        <p:spPr>
          <a:xfrm>
            <a:off x="9887200" y="5323534"/>
            <a:ext cx="2228366" cy="718473"/>
          </a:xfrm>
          <a:prstGeom prst="roundRect">
            <a:avLst>
              <a:gd name="adj" fmla="val 1831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3%</a:t>
            </a:r>
            <a:endParaRPr lang="en-US" b="1" dirty="0">
              <a:solidFill>
                <a:schemeClr val="tx1"/>
              </a:solidFill>
              <a:latin typeface="Metropolis" pitchFamily="2" charset="77"/>
            </a:endParaRPr>
          </a:p>
        </p:txBody>
      </p:sp>
      <p:pic>
        <p:nvPicPr>
          <p:cNvPr id="13" name="Picture 12">
            <a:extLst>
              <a:ext uri="{FF2B5EF4-FFF2-40B4-BE49-F238E27FC236}">
                <a16:creationId xmlns:a16="http://schemas.microsoft.com/office/drawing/2014/main" id="{AA606C9A-A373-4620-16FC-01521314F232}"/>
              </a:ext>
            </a:extLst>
          </p:cNvPr>
          <p:cNvPicPr>
            <a:picLocks noChangeAspect="1"/>
          </p:cNvPicPr>
          <p:nvPr/>
        </p:nvPicPr>
        <p:blipFill>
          <a:blip r:embed="rId5"/>
          <a:stretch>
            <a:fillRect/>
          </a:stretch>
        </p:blipFill>
        <p:spPr>
          <a:xfrm>
            <a:off x="4081821" y="229350"/>
            <a:ext cx="5632661" cy="1825296"/>
          </a:xfrm>
          <a:prstGeom prst="rect">
            <a:avLst/>
          </a:prstGeom>
        </p:spPr>
      </p:pic>
      <p:pic>
        <p:nvPicPr>
          <p:cNvPr id="4" name="Picture 3">
            <a:extLst>
              <a:ext uri="{FF2B5EF4-FFF2-40B4-BE49-F238E27FC236}">
                <a16:creationId xmlns:a16="http://schemas.microsoft.com/office/drawing/2014/main" id="{8F738B5A-103C-ED22-B911-9A833C3F6CD7}"/>
              </a:ext>
            </a:extLst>
          </p:cNvPr>
          <p:cNvPicPr>
            <a:picLocks noChangeAspect="1"/>
          </p:cNvPicPr>
          <p:nvPr/>
        </p:nvPicPr>
        <p:blipFill>
          <a:blip r:embed="rId6"/>
          <a:stretch>
            <a:fillRect/>
          </a:stretch>
        </p:blipFill>
        <p:spPr>
          <a:xfrm>
            <a:off x="4225519" y="2309737"/>
            <a:ext cx="5336683" cy="2115613"/>
          </a:xfrm>
          <a:prstGeom prst="rect">
            <a:avLst/>
          </a:prstGeom>
        </p:spPr>
      </p:pic>
      <p:pic>
        <p:nvPicPr>
          <p:cNvPr id="5" name="Picture 4">
            <a:extLst>
              <a:ext uri="{FF2B5EF4-FFF2-40B4-BE49-F238E27FC236}">
                <a16:creationId xmlns:a16="http://schemas.microsoft.com/office/drawing/2014/main" id="{80445938-50B2-9C75-808E-4C9364F313B2}"/>
              </a:ext>
            </a:extLst>
          </p:cNvPr>
          <p:cNvPicPr>
            <a:picLocks noChangeAspect="1"/>
          </p:cNvPicPr>
          <p:nvPr/>
        </p:nvPicPr>
        <p:blipFill>
          <a:blip r:embed="rId7"/>
          <a:stretch>
            <a:fillRect/>
          </a:stretch>
        </p:blipFill>
        <p:spPr>
          <a:xfrm>
            <a:off x="4153669" y="4580076"/>
            <a:ext cx="5480381" cy="2165740"/>
          </a:xfrm>
          <a:prstGeom prst="rect">
            <a:avLst/>
          </a:prstGeom>
        </p:spPr>
      </p:pic>
    </p:spTree>
    <p:extLst>
      <p:ext uri="{BB962C8B-B14F-4D97-AF65-F5344CB8AC3E}">
        <p14:creationId xmlns:p14="http://schemas.microsoft.com/office/powerpoint/2010/main" val="815082982"/>
      </p:ext>
    </p:extLst>
  </p:cSld>
  <p:clrMapOvr>
    <a:masterClrMapping/>
  </p:clrMapOvr>
  <p:transition spd="med">
    <p:pull/>
  </p:transition>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9744-F1F6-78C2-A3C5-2AE5928DC6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59DF4D-F623-7DEC-8C20-03F76BEA904C}"/>
              </a:ext>
            </a:extLst>
          </p:cNvPr>
          <p:cNvSpPr>
            <a:spLocks noGrp="1"/>
          </p:cNvSpPr>
          <p:nvPr>
            <p:ph type="body" sz="quarter" idx="10"/>
          </p:nvPr>
        </p:nvSpPr>
        <p:spPr/>
        <p:txBody>
          <a:bodyPr/>
          <a:lstStyle/>
          <a:p>
            <a:r>
              <a:rPr lang="en-FR" dirty="0"/>
              <a:t>Main points on Active Learning</a:t>
            </a:r>
          </a:p>
          <a:p>
            <a:endParaRPr lang="en-FR" dirty="0"/>
          </a:p>
        </p:txBody>
      </p:sp>
      <p:pic>
        <p:nvPicPr>
          <p:cNvPr id="4" name="Picture 2">
            <a:extLst>
              <a:ext uri="{FF2B5EF4-FFF2-40B4-BE49-F238E27FC236}">
                <a16:creationId xmlns:a16="http://schemas.microsoft.com/office/drawing/2014/main" id="{9ED8B7A6-8DDF-8FBB-D6A6-80DDF41CD11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1426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FD65C92-BC05-0E6F-2AD8-CAEF9D8D873B}"/>
              </a:ext>
            </a:extLst>
          </p:cNvPr>
          <p:cNvSpPr/>
          <p:nvPr/>
        </p:nvSpPr>
        <p:spPr>
          <a:xfrm>
            <a:off x="1940599" y="1444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Makes sense to use AL !</a:t>
            </a:r>
          </a:p>
        </p:txBody>
      </p:sp>
      <p:pic>
        <p:nvPicPr>
          <p:cNvPr id="7" name="Picture 2">
            <a:extLst>
              <a:ext uri="{FF2B5EF4-FFF2-40B4-BE49-F238E27FC236}">
                <a16:creationId xmlns:a16="http://schemas.microsoft.com/office/drawing/2014/main" id="{C65F4E10-C081-97B9-A216-1CF06D48D8D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26897" y="2340903"/>
            <a:ext cx="724278" cy="96282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26E5D99B-898D-562C-944C-E3C7068AF574}"/>
              </a:ext>
            </a:extLst>
          </p:cNvPr>
          <p:cNvSpPr/>
          <p:nvPr/>
        </p:nvSpPr>
        <p:spPr>
          <a:xfrm>
            <a:off x="1940599" y="2358973"/>
            <a:ext cx="8492777" cy="902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Metropolis Black" panose="00000A00000000000000" pitchFamily="50" charset="0"/>
              </a:rPr>
              <a:t>The more often we retrain, the better</a:t>
            </a:r>
          </a:p>
        </p:txBody>
      </p:sp>
    </p:spTree>
    <p:extLst>
      <p:ext uri="{BB962C8B-B14F-4D97-AF65-F5344CB8AC3E}">
        <p14:creationId xmlns:p14="http://schemas.microsoft.com/office/powerpoint/2010/main" val="3722480850"/>
      </p:ext>
    </p:extLst>
  </p:cSld>
  <p:clrMapOvr>
    <a:masterClrMapping/>
  </p:clrMapOvr>
  <p:transition spd="med">
    <p:pull/>
  </p:transition>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DA61-9B82-03AC-4AB1-3534ADD65256}"/>
            </a:ext>
          </a:extLst>
        </p:cNvPr>
        <p:cNvGrpSpPr/>
        <p:nvPr/>
      </p:nvGrpSpPr>
      <p:grpSpPr>
        <a:xfrm>
          <a:off x="0" y="0"/>
          <a:ext cx="0" cy="0"/>
          <a:chOff x="0" y="0"/>
          <a:chExt cx="0" cy="0"/>
        </a:xfrm>
      </p:grpSpPr>
      <p:sp>
        <p:nvSpPr>
          <p:cNvPr id="37" name="Rectangle : coins arrondis 18">
            <a:extLst>
              <a:ext uri="{FF2B5EF4-FFF2-40B4-BE49-F238E27FC236}">
                <a16:creationId xmlns:a16="http://schemas.microsoft.com/office/drawing/2014/main" id="{A107CAC8-6238-EF8F-819F-BBBC7143A12D}"/>
              </a:ext>
            </a:extLst>
          </p:cNvPr>
          <p:cNvSpPr/>
          <p:nvPr/>
        </p:nvSpPr>
        <p:spPr>
          <a:xfrm>
            <a:off x="3401756" y="5510423"/>
            <a:ext cx="2159045" cy="867857"/>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36" name="Rectangle : coins arrondis 18">
            <a:extLst>
              <a:ext uri="{FF2B5EF4-FFF2-40B4-BE49-F238E27FC236}">
                <a16:creationId xmlns:a16="http://schemas.microsoft.com/office/drawing/2014/main" id="{C0A8B7A9-B954-D906-AA13-E583E9427603}"/>
              </a:ext>
            </a:extLst>
          </p:cNvPr>
          <p:cNvSpPr/>
          <p:nvPr/>
        </p:nvSpPr>
        <p:spPr>
          <a:xfrm>
            <a:off x="6584542" y="5389315"/>
            <a:ext cx="2769485" cy="1346699"/>
          </a:xfrm>
          <a:prstGeom prst="roundRect">
            <a:avLst>
              <a:gd name="adj" fmla="val 1831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schemeClr val="tx1"/>
              </a:solidFill>
              <a:latin typeface="Metropolis" pitchFamily="2" charset="77"/>
            </a:endParaRPr>
          </a:p>
        </p:txBody>
      </p:sp>
      <p:sp>
        <p:nvSpPr>
          <p:cNvPr id="18" name="Google Shape;12529;p1190">
            <a:extLst>
              <a:ext uri="{FF2B5EF4-FFF2-40B4-BE49-F238E27FC236}">
                <a16:creationId xmlns:a16="http://schemas.microsoft.com/office/drawing/2014/main" id="{2D1583C4-92DB-1764-672A-E1A45997E414}"/>
              </a:ext>
            </a:extLst>
          </p:cNvPr>
          <p:cNvSpPr/>
          <p:nvPr/>
        </p:nvSpPr>
        <p:spPr>
          <a:xfrm>
            <a:off x="49735" y="1662821"/>
            <a:ext cx="6046265" cy="350085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9" name="Rectangle : coins arrondis 18">
            <a:extLst>
              <a:ext uri="{FF2B5EF4-FFF2-40B4-BE49-F238E27FC236}">
                <a16:creationId xmlns:a16="http://schemas.microsoft.com/office/drawing/2014/main" id="{B60648A5-A8F7-12A8-C363-F734C11BED43}"/>
              </a:ext>
            </a:extLst>
          </p:cNvPr>
          <p:cNvSpPr/>
          <p:nvPr/>
        </p:nvSpPr>
        <p:spPr>
          <a:xfrm>
            <a:off x="1687259" y="1410158"/>
            <a:ext cx="2855745" cy="454568"/>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MNIST (F1-SCORE)</a:t>
            </a:r>
            <a:endParaRPr lang="en-GB" sz="1200" b="1" dirty="0">
              <a:solidFill>
                <a:schemeClr val="bg1"/>
              </a:solidFill>
              <a:latin typeface="Metropolis" panose="00000500000000000000" pitchFamily="50" charset="0"/>
            </a:endParaRPr>
          </a:p>
        </p:txBody>
      </p:sp>
      <p:sp>
        <p:nvSpPr>
          <p:cNvPr id="20" name="Google Shape;12529;p1190">
            <a:extLst>
              <a:ext uri="{FF2B5EF4-FFF2-40B4-BE49-F238E27FC236}">
                <a16:creationId xmlns:a16="http://schemas.microsoft.com/office/drawing/2014/main" id="{A05004F0-8A1D-D2B4-7D29-799BAB780611}"/>
              </a:ext>
            </a:extLst>
          </p:cNvPr>
          <p:cNvSpPr/>
          <p:nvPr/>
        </p:nvSpPr>
        <p:spPr>
          <a:xfrm>
            <a:off x="6145734" y="1662822"/>
            <a:ext cx="6046265" cy="350085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21" name="Rectangle : coins arrondis 18">
            <a:extLst>
              <a:ext uri="{FF2B5EF4-FFF2-40B4-BE49-F238E27FC236}">
                <a16:creationId xmlns:a16="http://schemas.microsoft.com/office/drawing/2014/main" id="{C1014F44-DAD2-43CB-850A-E631BEF6FF5F}"/>
              </a:ext>
            </a:extLst>
          </p:cNvPr>
          <p:cNvSpPr/>
          <p:nvPr/>
        </p:nvSpPr>
        <p:spPr>
          <a:xfrm>
            <a:off x="7554868" y="1468685"/>
            <a:ext cx="2855745" cy="454568"/>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PRS (AUC P-R)</a:t>
            </a:r>
            <a:endParaRPr lang="en-GB" sz="1200" b="1" dirty="0">
              <a:solidFill>
                <a:schemeClr val="bg1"/>
              </a:solidFill>
              <a:latin typeface="Metropolis" panose="00000500000000000000" pitchFamily="50" charset="0"/>
            </a:endParaRPr>
          </a:p>
        </p:txBody>
      </p:sp>
      <p:sp>
        <p:nvSpPr>
          <p:cNvPr id="4" name="Text Placeholder 2">
            <a:extLst>
              <a:ext uri="{FF2B5EF4-FFF2-40B4-BE49-F238E27FC236}">
                <a16:creationId xmlns:a16="http://schemas.microsoft.com/office/drawing/2014/main" id="{AC9E1C13-065D-1DCF-DD79-1021E8AD7E46}"/>
              </a:ext>
            </a:extLst>
          </p:cNvPr>
          <p:cNvSpPr txBox="1">
            <a:spLocks/>
          </p:cNvSpPr>
          <p:nvPr/>
        </p:nvSpPr>
        <p:spPr>
          <a:xfrm>
            <a:off x="684002" y="269909"/>
            <a:ext cx="6357712" cy="49859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lang="fr-FR" sz="3600" b="1" kern="0" spc="-100" dirty="0" smtClean="0">
                <a:solidFill>
                  <a:srgbClr val="E10014"/>
                </a:solidFill>
                <a:latin typeface="Metropoli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Impact of initial %</a:t>
            </a:r>
          </a:p>
        </p:txBody>
      </p:sp>
      <p:sp>
        <p:nvSpPr>
          <p:cNvPr id="5" name="Rectangle : coins arrondis 18">
            <a:extLst>
              <a:ext uri="{FF2B5EF4-FFF2-40B4-BE49-F238E27FC236}">
                <a16:creationId xmlns:a16="http://schemas.microsoft.com/office/drawing/2014/main" id="{32954091-D962-0277-F96E-EC56E2446774}"/>
              </a:ext>
            </a:extLst>
          </p:cNvPr>
          <p:cNvSpPr/>
          <p:nvPr/>
        </p:nvSpPr>
        <p:spPr>
          <a:xfrm>
            <a:off x="7841590" y="108414"/>
            <a:ext cx="2159045" cy="867857"/>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a:t>
            </a:r>
          </a:p>
          <a:p>
            <a:pPr algn="ctr"/>
            <a:r>
              <a:rPr lang="en-GB" sz="1400" b="1" dirty="0" err="1">
                <a:solidFill>
                  <a:srgbClr val="000000"/>
                </a:solidFill>
                <a:latin typeface="Metropolis" pitchFamily="2" charset="77"/>
              </a:rPr>
              <a:t>test_size</a:t>
            </a:r>
            <a:r>
              <a:rPr lang="en-GB" sz="1400" b="1" dirty="0">
                <a:solidFill>
                  <a:srgbClr val="000000"/>
                </a:solidFill>
                <a:latin typeface="Metropolis" pitchFamily="2" charset="77"/>
              </a:rPr>
              <a:t> = 20%</a:t>
            </a:r>
            <a:endParaRPr lang="en-US" b="1" dirty="0">
              <a:solidFill>
                <a:schemeClr val="tx1"/>
              </a:solidFill>
              <a:latin typeface="Metropolis" pitchFamily="2" charset="77"/>
            </a:endParaRPr>
          </a:p>
        </p:txBody>
      </p:sp>
      <p:pic>
        <p:nvPicPr>
          <p:cNvPr id="3" name="Picture 2">
            <a:extLst>
              <a:ext uri="{FF2B5EF4-FFF2-40B4-BE49-F238E27FC236}">
                <a16:creationId xmlns:a16="http://schemas.microsoft.com/office/drawing/2014/main" id="{E09CE6DC-F8ED-CE57-F015-7BE25771E861}"/>
              </a:ext>
            </a:extLst>
          </p:cNvPr>
          <p:cNvPicPr>
            <a:picLocks noChangeAspect="1"/>
          </p:cNvPicPr>
          <p:nvPr/>
        </p:nvPicPr>
        <p:blipFill>
          <a:blip r:embed="rId4"/>
          <a:stretch>
            <a:fillRect/>
          </a:stretch>
        </p:blipFill>
        <p:spPr>
          <a:xfrm>
            <a:off x="151416" y="2192144"/>
            <a:ext cx="5798224" cy="2608456"/>
          </a:xfrm>
          <a:prstGeom prst="rect">
            <a:avLst/>
          </a:prstGeom>
        </p:spPr>
      </p:pic>
      <p:pic>
        <p:nvPicPr>
          <p:cNvPr id="7" name="Picture 6">
            <a:extLst>
              <a:ext uri="{FF2B5EF4-FFF2-40B4-BE49-F238E27FC236}">
                <a16:creationId xmlns:a16="http://schemas.microsoft.com/office/drawing/2014/main" id="{2AB8281F-594F-9A59-063F-489510E40A6A}"/>
              </a:ext>
            </a:extLst>
          </p:cNvPr>
          <p:cNvPicPr>
            <a:picLocks noChangeAspect="1"/>
          </p:cNvPicPr>
          <p:nvPr/>
        </p:nvPicPr>
        <p:blipFill>
          <a:blip r:embed="rId5"/>
          <a:stretch>
            <a:fillRect/>
          </a:stretch>
        </p:blipFill>
        <p:spPr>
          <a:xfrm>
            <a:off x="3830089" y="5813107"/>
            <a:ext cx="357398" cy="268049"/>
          </a:xfrm>
          <a:prstGeom prst="rect">
            <a:avLst/>
          </a:prstGeom>
        </p:spPr>
      </p:pic>
      <p:sp>
        <p:nvSpPr>
          <p:cNvPr id="10" name="TextBox 9">
            <a:extLst>
              <a:ext uri="{FF2B5EF4-FFF2-40B4-BE49-F238E27FC236}">
                <a16:creationId xmlns:a16="http://schemas.microsoft.com/office/drawing/2014/main" id="{DE05B6FE-3963-57F4-6AF2-50C9B1DEE69A}"/>
              </a:ext>
            </a:extLst>
          </p:cNvPr>
          <p:cNvSpPr txBox="1"/>
          <p:nvPr/>
        </p:nvSpPr>
        <p:spPr>
          <a:xfrm>
            <a:off x="4209601" y="5749334"/>
            <a:ext cx="941294" cy="369332"/>
          </a:xfrm>
          <a:prstGeom prst="rect">
            <a:avLst/>
          </a:prstGeom>
          <a:noFill/>
        </p:spPr>
        <p:txBody>
          <a:bodyPr wrap="square" rtlCol="0">
            <a:spAutoFit/>
          </a:bodyPr>
          <a:lstStyle/>
          <a:p>
            <a:r>
              <a:rPr lang="en-FR" dirty="0"/>
              <a:t>random</a:t>
            </a:r>
          </a:p>
        </p:txBody>
      </p:sp>
      <p:sp>
        <p:nvSpPr>
          <p:cNvPr id="11" name="TextBox 10">
            <a:extLst>
              <a:ext uri="{FF2B5EF4-FFF2-40B4-BE49-F238E27FC236}">
                <a16:creationId xmlns:a16="http://schemas.microsoft.com/office/drawing/2014/main" id="{D6541E34-CE8C-B163-8C7D-7C6382CA0D5E}"/>
              </a:ext>
            </a:extLst>
          </p:cNvPr>
          <p:cNvSpPr txBox="1"/>
          <p:nvPr/>
        </p:nvSpPr>
        <p:spPr>
          <a:xfrm>
            <a:off x="6569868" y="5388329"/>
            <a:ext cx="2769486" cy="380123"/>
          </a:xfrm>
          <a:prstGeom prst="rect">
            <a:avLst/>
          </a:prstGeom>
          <a:noFill/>
        </p:spPr>
        <p:txBody>
          <a:bodyPr wrap="square" rtlCol="0">
            <a:spAutoFit/>
          </a:bodyPr>
          <a:lstStyle/>
          <a:p>
            <a:r>
              <a:rPr lang="en-GB" b="1" dirty="0"/>
              <a:t>M</a:t>
            </a:r>
            <a:r>
              <a:rPr lang="en-FR" b="1" dirty="0"/>
              <a:t>argin </a:t>
            </a:r>
            <a:r>
              <a:rPr lang="en-FR" dirty="0"/>
              <a:t>with </a:t>
            </a:r>
            <a:r>
              <a:rPr lang="en-FR" b="1" dirty="0"/>
              <a:t>labeled_ratio :</a:t>
            </a:r>
            <a:endParaRPr lang="en-FR" dirty="0"/>
          </a:p>
        </p:txBody>
      </p:sp>
      <p:sp>
        <p:nvSpPr>
          <p:cNvPr id="17" name="TextBox 16">
            <a:extLst>
              <a:ext uri="{FF2B5EF4-FFF2-40B4-BE49-F238E27FC236}">
                <a16:creationId xmlns:a16="http://schemas.microsoft.com/office/drawing/2014/main" id="{5E489AA5-FC7E-94C1-1F74-A39777B9C841}"/>
              </a:ext>
            </a:extLst>
          </p:cNvPr>
          <p:cNvSpPr txBox="1"/>
          <p:nvPr/>
        </p:nvSpPr>
        <p:spPr>
          <a:xfrm>
            <a:off x="7968362" y="5713047"/>
            <a:ext cx="952751" cy="380123"/>
          </a:xfrm>
          <a:prstGeom prst="rect">
            <a:avLst/>
          </a:prstGeom>
          <a:noFill/>
        </p:spPr>
        <p:txBody>
          <a:bodyPr wrap="square" rtlCol="0">
            <a:spAutoFit/>
          </a:bodyPr>
          <a:lstStyle/>
          <a:p>
            <a:r>
              <a:rPr lang="en-FR" dirty="0"/>
              <a:t>5%</a:t>
            </a:r>
          </a:p>
        </p:txBody>
      </p:sp>
      <p:sp>
        <p:nvSpPr>
          <p:cNvPr id="29" name="TextBox 28">
            <a:extLst>
              <a:ext uri="{FF2B5EF4-FFF2-40B4-BE49-F238E27FC236}">
                <a16:creationId xmlns:a16="http://schemas.microsoft.com/office/drawing/2014/main" id="{815E7C8E-BC31-36FE-C3FF-BA13DD1805DE}"/>
              </a:ext>
            </a:extLst>
          </p:cNvPr>
          <p:cNvSpPr txBox="1"/>
          <p:nvPr/>
        </p:nvSpPr>
        <p:spPr>
          <a:xfrm>
            <a:off x="7968362" y="6028958"/>
            <a:ext cx="952751" cy="380123"/>
          </a:xfrm>
          <a:prstGeom prst="rect">
            <a:avLst/>
          </a:prstGeom>
          <a:noFill/>
        </p:spPr>
        <p:txBody>
          <a:bodyPr wrap="square" rtlCol="0">
            <a:spAutoFit/>
          </a:bodyPr>
          <a:lstStyle/>
          <a:p>
            <a:r>
              <a:rPr lang="en-FR" dirty="0"/>
              <a:t>10%</a:t>
            </a:r>
          </a:p>
        </p:txBody>
      </p:sp>
      <p:sp>
        <p:nvSpPr>
          <p:cNvPr id="30" name="TextBox 29">
            <a:extLst>
              <a:ext uri="{FF2B5EF4-FFF2-40B4-BE49-F238E27FC236}">
                <a16:creationId xmlns:a16="http://schemas.microsoft.com/office/drawing/2014/main" id="{721E37B7-5D26-7536-2432-71A292B97DD6}"/>
              </a:ext>
            </a:extLst>
          </p:cNvPr>
          <p:cNvSpPr txBox="1"/>
          <p:nvPr/>
        </p:nvSpPr>
        <p:spPr>
          <a:xfrm>
            <a:off x="7968362" y="6334747"/>
            <a:ext cx="952751" cy="380123"/>
          </a:xfrm>
          <a:prstGeom prst="rect">
            <a:avLst/>
          </a:prstGeom>
          <a:noFill/>
        </p:spPr>
        <p:txBody>
          <a:bodyPr wrap="square" rtlCol="0">
            <a:spAutoFit/>
          </a:bodyPr>
          <a:lstStyle/>
          <a:p>
            <a:r>
              <a:rPr lang="en-FR" dirty="0"/>
              <a:t>30%</a:t>
            </a:r>
          </a:p>
        </p:txBody>
      </p:sp>
      <p:pic>
        <p:nvPicPr>
          <p:cNvPr id="31" name="Picture 30">
            <a:extLst>
              <a:ext uri="{FF2B5EF4-FFF2-40B4-BE49-F238E27FC236}">
                <a16:creationId xmlns:a16="http://schemas.microsoft.com/office/drawing/2014/main" id="{79A874A6-E40C-C751-179F-617C5B184408}"/>
              </a:ext>
            </a:extLst>
          </p:cNvPr>
          <p:cNvPicPr>
            <a:picLocks noChangeAspect="1"/>
          </p:cNvPicPr>
          <p:nvPr/>
        </p:nvPicPr>
        <p:blipFill>
          <a:blip r:embed="rId6"/>
          <a:stretch>
            <a:fillRect/>
          </a:stretch>
        </p:blipFill>
        <p:spPr>
          <a:xfrm>
            <a:off x="7399471" y="6451727"/>
            <a:ext cx="508179" cy="169393"/>
          </a:xfrm>
          <a:prstGeom prst="rect">
            <a:avLst/>
          </a:prstGeom>
        </p:spPr>
      </p:pic>
      <p:pic>
        <p:nvPicPr>
          <p:cNvPr id="32" name="Picture 31">
            <a:extLst>
              <a:ext uri="{FF2B5EF4-FFF2-40B4-BE49-F238E27FC236}">
                <a16:creationId xmlns:a16="http://schemas.microsoft.com/office/drawing/2014/main" id="{B0AD5524-8B0E-3DF8-E81D-368FB3FE7820}"/>
              </a:ext>
            </a:extLst>
          </p:cNvPr>
          <p:cNvPicPr>
            <a:picLocks noChangeAspect="1"/>
          </p:cNvPicPr>
          <p:nvPr/>
        </p:nvPicPr>
        <p:blipFill>
          <a:blip r:embed="rId7"/>
          <a:stretch>
            <a:fillRect/>
          </a:stretch>
        </p:blipFill>
        <p:spPr>
          <a:xfrm>
            <a:off x="7387713" y="5830102"/>
            <a:ext cx="532381" cy="169394"/>
          </a:xfrm>
          <a:prstGeom prst="rect">
            <a:avLst/>
          </a:prstGeom>
        </p:spPr>
      </p:pic>
      <p:pic>
        <p:nvPicPr>
          <p:cNvPr id="33" name="Picture 32">
            <a:extLst>
              <a:ext uri="{FF2B5EF4-FFF2-40B4-BE49-F238E27FC236}">
                <a16:creationId xmlns:a16="http://schemas.microsoft.com/office/drawing/2014/main" id="{F9F203D4-2210-7B75-0C6A-0C8DE0AC3EE6}"/>
              </a:ext>
            </a:extLst>
          </p:cNvPr>
          <p:cNvPicPr>
            <a:picLocks noChangeAspect="1"/>
          </p:cNvPicPr>
          <p:nvPr/>
        </p:nvPicPr>
        <p:blipFill>
          <a:blip r:embed="rId8"/>
          <a:stretch>
            <a:fillRect/>
          </a:stretch>
        </p:blipFill>
        <p:spPr>
          <a:xfrm>
            <a:off x="7375958" y="6131332"/>
            <a:ext cx="556580" cy="169394"/>
          </a:xfrm>
          <a:prstGeom prst="rect">
            <a:avLst/>
          </a:prstGeom>
        </p:spPr>
      </p:pic>
      <p:pic>
        <p:nvPicPr>
          <p:cNvPr id="39" name="Picture 38">
            <a:extLst>
              <a:ext uri="{FF2B5EF4-FFF2-40B4-BE49-F238E27FC236}">
                <a16:creationId xmlns:a16="http://schemas.microsoft.com/office/drawing/2014/main" id="{D3D6B5CE-6BA2-3CA4-F069-D13DB40F24B2}"/>
              </a:ext>
            </a:extLst>
          </p:cNvPr>
          <p:cNvPicPr>
            <a:picLocks noChangeAspect="1"/>
          </p:cNvPicPr>
          <p:nvPr/>
        </p:nvPicPr>
        <p:blipFill>
          <a:blip r:embed="rId9"/>
          <a:stretch>
            <a:fillRect/>
          </a:stretch>
        </p:blipFill>
        <p:spPr>
          <a:xfrm>
            <a:off x="6289719" y="2168068"/>
            <a:ext cx="5862324" cy="2480782"/>
          </a:xfrm>
          <a:prstGeom prst="rect">
            <a:avLst/>
          </a:prstGeom>
        </p:spPr>
      </p:pic>
    </p:spTree>
    <p:extLst>
      <p:ext uri="{BB962C8B-B14F-4D97-AF65-F5344CB8AC3E}">
        <p14:creationId xmlns:p14="http://schemas.microsoft.com/office/powerpoint/2010/main" val="2161835283"/>
      </p:ext>
    </p:extLst>
  </p:cSld>
  <p:clrMapOvr>
    <a:masterClrMapping/>
  </p:clrMapOvr>
  <p:transition spd="med">
    <p:pull/>
  </p:transition>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C74D1-CEAE-8F5C-73F8-E76542CCAD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0DAE25-1960-21B6-4366-8216598FF0EB}"/>
              </a:ext>
            </a:extLst>
          </p:cNvPr>
          <p:cNvSpPr>
            <a:spLocks noGrp="1"/>
          </p:cNvSpPr>
          <p:nvPr>
            <p:ph type="body" sz="quarter" idx="10"/>
          </p:nvPr>
        </p:nvSpPr>
        <p:spPr/>
        <p:txBody>
          <a:bodyPr/>
          <a:lstStyle/>
          <a:p>
            <a:r>
              <a:rPr lang="en-FR" dirty="0"/>
              <a:t>Main points on Active Learning</a:t>
            </a:r>
          </a:p>
          <a:p>
            <a:endParaRPr lang="en-FR" dirty="0"/>
          </a:p>
        </p:txBody>
      </p:sp>
      <p:pic>
        <p:nvPicPr>
          <p:cNvPr id="4" name="Picture 2">
            <a:extLst>
              <a:ext uri="{FF2B5EF4-FFF2-40B4-BE49-F238E27FC236}">
                <a16:creationId xmlns:a16="http://schemas.microsoft.com/office/drawing/2014/main" id="{A667D244-7C07-B7B8-C662-18E9D1870F7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1426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C778EA7-B7DE-20B0-3E9E-8FF5FBF3318D}"/>
              </a:ext>
            </a:extLst>
          </p:cNvPr>
          <p:cNvSpPr/>
          <p:nvPr/>
        </p:nvSpPr>
        <p:spPr>
          <a:xfrm>
            <a:off x="1940599" y="1444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Makes sense to use AL !</a:t>
            </a:r>
          </a:p>
        </p:txBody>
      </p:sp>
      <p:pic>
        <p:nvPicPr>
          <p:cNvPr id="3" name="Picture 2">
            <a:extLst>
              <a:ext uri="{FF2B5EF4-FFF2-40B4-BE49-F238E27FC236}">
                <a16:creationId xmlns:a16="http://schemas.microsoft.com/office/drawing/2014/main" id="{570666ED-94C1-BCED-1644-20B9B49C704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2442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042109D-7888-CFC7-2A88-C451F442CE9A}"/>
              </a:ext>
            </a:extLst>
          </p:cNvPr>
          <p:cNvSpPr/>
          <p:nvPr/>
        </p:nvSpPr>
        <p:spPr>
          <a:xfrm>
            <a:off x="1940599" y="2460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The more often we retrain, the better</a:t>
            </a:r>
          </a:p>
        </p:txBody>
      </p:sp>
      <p:pic>
        <p:nvPicPr>
          <p:cNvPr id="15" name="Picture 2">
            <a:extLst>
              <a:ext uri="{FF2B5EF4-FFF2-40B4-BE49-F238E27FC236}">
                <a16:creationId xmlns:a16="http://schemas.microsoft.com/office/drawing/2014/main" id="{22F05C21-182C-2ACE-EB95-630976750FF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58977" y="3483446"/>
            <a:ext cx="724278" cy="962829"/>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AF7C0740-E69E-0B1A-B58C-169737EF3584}"/>
              </a:ext>
            </a:extLst>
          </p:cNvPr>
          <p:cNvSpPr/>
          <p:nvPr/>
        </p:nvSpPr>
        <p:spPr>
          <a:xfrm>
            <a:off x="1972680" y="3501516"/>
            <a:ext cx="8492778" cy="902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Metropolis Black" panose="00000A00000000000000" pitchFamily="50" charset="0"/>
              </a:rPr>
              <a:t>Best model with AL even if high labeled ratio</a:t>
            </a:r>
          </a:p>
        </p:txBody>
      </p:sp>
    </p:spTree>
    <p:extLst>
      <p:ext uri="{BB962C8B-B14F-4D97-AF65-F5344CB8AC3E}">
        <p14:creationId xmlns:p14="http://schemas.microsoft.com/office/powerpoint/2010/main" val="4141568960"/>
      </p:ext>
    </p:extLst>
  </p:cSld>
  <p:clrMapOvr>
    <a:masterClrMapping/>
  </p:clrMapOvr>
  <p:transition spd="med">
    <p:pull/>
  </p:transition>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244A-1EF0-B7CB-289E-26AE87F73A98}"/>
            </a:ext>
          </a:extLst>
        </p:cNvPr>
        <p:cNvGrpSpPr/>
        <p:nvPr/>
      </p:nvGrpSpPr>
      <p:grpSpPr>
        <a:xfrm>
          <a:off x="0" y="0"/>
          <a:ext cx="0" cy="0"/>
          <a:chOff x="0" y="0"/>
          <a:chExt cx="0" cy="0"/>
        </a:xfrm>
      </p:grpSpPr>
      <p:sp>
        <p:nvSpPr>
          <p:cNvPr id="16" name="Google Shape;12529;p1190">
            <a:extLst>
              <a:ext uri="{FF2B5EF4-FFF2-40B4-BE49-F238E27FC236}">
                <a16:creationId xmlns:a16="http://schemas.microsoft.com/office/drawing/2014/main" id="{C62FCB2B-309B-4EBC-395D-14B9EBBDD447}"/>
              </a:ext>
            </a:extLst>
          </p:cNvPr>
          <p:cNvSpPr/>
          <p:nvPr/>
        </p:nvSpPr>
        <p:spPr>
          <a:xfrm>
            <a:off x="3247494" y="3705917"/>
            <a:ext cx="8750456" cy="2517935"/>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dirty="0">
              <a:solidFill>
                <a:schemeClr val="accent5"/>
              </a:solidFill>
              <a:latin typeface="+mj-lt"/>
            </a:endParaRPr>
          </a:p>
        </p:txBody>
      </p:sp>
      <p:sp>
        <p:nvSpPr>
          <p:cNvPr id="15" name="Google Shape;12529;p1190">
            <a:extLst>
              <a:ext uri="{FF2B5EF4-FFF2-40B4-BE49-F238E27FC236}">
                <a16:creationId xmlns:a16="http://schemas.microsoft.com/office/drawing/2014/main" id="{BE9729BF-54BF-95C9-00A8-49E1D25845A9}"/>
              </a:ext>
            </a:extLst>
          </p:cNvPr>
          <p:cNvSpPr/>
          <p:nvPr/>
        </p:nvSpPr>
        <p:spPr>
          <a:xfrm>
            <a:off x="3247494" y="516216"/>
            <a:ext cx="8738071" cy="2517935"/>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dirty="0">
              <a:solidFill>
                <a:schemeClr val="accent5"/>
              </a:solidFill>
              <a:latin typeface="+mj-lt"/>
            </a:endParaRPr>
          </a:p>
        </p:txBody>
      </p:sp>
      <p:sp>
        <p:nvSpPr>
          <p:cNvPr id="3" name="Text Placeholder 2">
            <a:extLst>
              <a:ext uri="{FF2B5EF4-FFF2-40B4-BE49-F238E27FC236}">
                <a16:creationId xmlns:a16="http://schemas.microsoft.com/office/drawing/2014/main" id="{D4CA9B8D-AD3A-18AF-080C-633A0E7CFA4E}"/>
              </a:ext>
            </a:extLst>
          </p:cNvPr>
          <p:cNvSpPr>
            <a:spLocks noGrp="1"/>
          </p:cNvSpPr>
          <p:nvPr>
            <p:ph type="body" sz="quarter" idx="10"/>
          </p:nvPr>
        </p:nvSpPr>
        <p:spPr>
          <a:xfrm>
            <a:off x="77225" y="405246"/>
            <a:ext cx="3041061" cy="498597"/>
          </a:xfrm>
        </p:spPr>
        <p:txBody>
          <a:bodyPr/>
          <a:lstStyle/>
          <a:p>
            <a:r>
              <a:rPr lang="en-GB" dirty="0"/>
              <a:t>Impact of bias on PRS</a:t>
            </a:r>
          </a:p>
        </p:txBody>
      </p:sp>
      <p:sp>
        <p:nvSpPr>
          <p:cNvPr id="31" name="Rectangle : coins arrondis 18">
            <a:extLst>
              <a:ext uri="{FF2B5EF4-FFF2-40B4-BE49-F238E27FC236}">
                <a16:creationId xmlns:a16="http://schemas.microsoft.com/office/drawing/2014/main" id="{6A4D63FE-E27C-555D-4671-A6B423A1CBED}"/>
              </a:ext>
            </a:extLst>
          </p:cNvPr>
          <p:cNvSpPr/>
          <p:nvPr/>
        </p:nvSpPr>
        <p:spPr>
          <a:xfrm>
            <a:off x="430043" y="1774006"/>
            <a:ext cx="1929070" cy="720691"/>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dirty="0" err="1">
                <a:solidFill>
                  <a:srgbClr val="000000"/>
                </a:solidFill>
                <a:latin typeface="Metropolis" pitchFamily="2" charset="77"/>
              </a:rPr>
              <a:t>batch_ratio</a:t>
            </a:r>
            <a:r>
              <a:rPr lang="en-GB" sz="1400" dirty="0">
                <a:solidFill>
                  <a:srgbClr val="000000"/>
                </a:solidFill>
                <a:latin typeface="Metropolis" pitchFamily="2" charset="77"/>
              </a:rPr>
              <a:t> = 1%</a:t>
            </a:r>
          </a:p>
          <a:p>
            <a:pPr algn="ctr"/>
            <a:r>
              <a:rPr lang="en-GB" sz="1400" dirty="0" err="1">
                <a:solidFill>
                  <a:srgbClr val="000000"/>
                </a:solidFill>
                <a:latin typeface="Metropolis" pitchFamily="2" charset="77"/>
              </a:rPr>
              <a:t>test_size</a:t>
            </a:r>
            <a:r>
              <a:rPr lang="en-GB" sz="1400" dirty="0">
                <a:solidFill>
                  <a:srgbClr val="000000"/>
                </a:solidFill>
                <a:latin typeface="Metropolis" pitchFamily="2" charset="77"/>
              </a:rPr>
              <a:t> = 20%</a:t>
            </a:r>
            <a:endParaRPr lang="en-US" dirty="0">
              <a:solidFill>
                <a:schemeClr val="tx1"/>
              </a:solidFill>
              <a:latin typeface="Metropolis" pitchFamily="2" charset="77"/>
            </a:endParaRPr>
          </a:p>
        </p:txBody>
      </p:sp>
      <p:sp>
        <p:nvSpPr>
          <p:cNvPr id="8" name="Rectangle : coins arrondis 18">
            <a:extLst>
              <a:ext uri="{FF2B5EF4-FFF2-40B4-BE49-F238E27FC236}">
                <a16:creationId xmlns:a16="http://schemas.microsoft.com/office/drawing/2014/main" id="{77CAB4AF-38A8-BCDE-ED21-6F296E11E2DE}"/>
              </a:ext>
            </a:extLst>
          </p:cNvPr>
          <p:cNvSpPr/>
          <p:nvPr/>
        </p:nvSpPr>
        <p:spPr>
          <a:xfrm>
            <a:off x="194050" y="3239895"/>
            <a:ext cx="2468751" cy="625473"/>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dirty="0">
                <a:solidFill>
                  <a:schemeClr val="tx1"/>
                </a:solidFill>
              </a:rPr>
              <a:t>O</a:t>
            </a:r>
            <a:r>
              <a:rPr lang="en-FR" dirty="0">
                <a:solidFill>
                  <a:schemeClr val="tx1"/>
                </a:solidFill>
              </a:rPr>
              <a:t>nly </a:t>
            </a:r>
            <a:r>
              <a:rPr lang="en-FR" b="1" dirty="0">
                <a:solidFill>
                  <a:schemeClr val="tx1"/>
                </a:solidFill>
              </a:rPr>
              <a:t>Original_Flag=1 </a:t>
            </a:r>
            <a:r>
              <a:rPr lang="en-FR" dirty="0">
                <a:solidFill>
                  <a:schemeClr val="tx1"/>
                </a:solidFill>
              </a:rPr>
              <a:t>in labeled_ratio</a:t>
            </a:r>
            <a:endParaRPr lang="en-FR" b="1" dirty="0">
              <a:solidFill>
                <a:schemeClr val="tx1"/>
              </a:solidFill>
            </a:endParaRPr>
          </a:p>
        </p:txBody>
      </p:sp>
      <p:sp>
        <p:nvSpPr>
          <p:cNvPr id="17" name="Rectangle : coins arrondis 18">
            <a:extLst>
              <a:ext uri="{FF2B5EF4-FFF2-40B4-BE49-F238E27FC236}">
                <a16:creationId xmlns:a16="http://schemas.microsoft.com/office/drawing/2014/main" id="{A5B4ACF3-CF5B-30AD-20CB-84CF4DDBA782}"/>
              </a:ext>
            </a:extLst>
          </p:cNvPr>
          <p:cNvSpPr/>
          <p:nvPr/>
        </p:nvSpPr>
        <p:spPr>
          <a:xfrm>
            <a:off x="6448178" y="2598225"/>
            <a:ext cx="2336699" cy="314785"/>
          </a:xfrm>
          <a:prstGeom prst="roundRect">
            <a:avLst>
              <a:gd name="adj" fmla="val 18310"/>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labeled_ratio</a:t>
            </a:r>
            <a:r>
              <a:rPr lang="en-GB" sz="1400" b="1" dirty="0">
                <a:solidFill>
                  <a:srgbClr val="000000"/>
                </a:solidFill>
                <a:latin typeface="Metropolis" pitchFamily="2" charset="77"/>
              </a:rPr>
              <a:t> = 0.2%</a:t>
            </a:r>
            <a:endParaRPr lang="en-US" b="1" dirty="0">
              <a:solidFill>
                <a:schemeClr val="tx1"/>
              </a:solidFill>
              <a:latin typeface="Metropolis" pitchFamily="2" charset="77"/>
            </a:endParaRPr>
          </a:p>
        </p:txBody>
      </p:sp>
      <p:pic>
        <p:nvPicPr>
          <p:cNvPr id="2" name="Picture 1">
            <a:extLst>
              <a:ext uri="{FF2B5EF4-FFF2-40B4-BE49-F238E27FC236}">
                <a16:creationId xmlns:a16="http://schemas.microsoft.com/office/drawing/2014/main" id="{48FCF1B2-A717-69DD-6AC7-1D2992ECE404}"/>
              </a:ext>
            </a:extLst>
          </p:cNvPr>
          <p:cNvPicPr>
            <a:picLocks noChangeAspect="1"/>
          </p:cNvPicPr>
          <p:nvPr/>
        </p:nvPicPr>
        <p:blipFill>
          <a:blip r:embed="rId4"/>
          <a:stretch>
            <a:fillRect/>
          </a:stretch>
        </p:blipFill>
        <p:spPr>
          <a:xfrm>
            <a:off x="340478" y="4759288"/>
            <a:ext cx="2108200" cy="508000"/>
          </a:xfrm>
          <a:prstGeom prst="rect">
            <a:avLst/>
          </a:prstGeom>
        </p:spPr>
      </p:pic>
      <p:pic>
        <p:nvPicPr>
          <p:cNvPr id="5" name="Picture 4">
            <a:extLst>
              <a:ext uri="{FF2B5EF4-FFF2-40B4-BE49-F238E27FC236}">
                <a16:creationId xmlns:a16="http://schemas.microsoft.com/office/drawing/2014/main" id="{7C710CA8-F708-7AB0-7379-2735ECE3061C}"/>
              </a:ext>
            </a:extLst>
          </p:cNvPr>
          <p:cNvPicPr>
            <a:picLocks noChangeAspect="1"/>
          </p:cNvPicPr>
          <p:nvPr/>
        </p:nvPicPr>
        <p:blipFill>
          <a:blip r:embed="rId5"/>
          <a:stretch>
            <a:fillRect/>
          </a:stretch>
        </p:blipFill>
        <p:spPr>
          <a:xfrm>
            <a:off x="3452416" y="3857957"/>
            <a:ext cx="8392480" cy="1846610"/>
          </a:xfrm>
          <a:prstGeom prst="rect">
            <a:avLst/>
          </a:prstGeom>
        </p:spPr>
      </p:pic>
      <p:pic>
        <p:nvPicPr>
          <p:cNvPr id="20" name="Picture 19">
            <a:extLst>
              <a:ext uri="{FF2B5EF4-FFF2-40B4-BE49-F238E27FC236}">
                <a16:creationId xmlns:a16="http://schemas.microsoft.com/office/drawing/2014/main" id="{30F675D7-2782-E3F9-6F2A-C6FD35A07553}"/>
              </a:ext>
            </a:extLst>
          </p:cNvPr>
          <p:cNvPicPr>
            <a:picLocks noChangeAspect="1"/>
          </p:cNvPicPr>
          <p:nvPr/>
        </p:nvPicPr>
        <p:blipFill>
          <a:blip r:embed="rId6"/>
          <a:stretch>
            <a:fillRect/>
          </a:stretch>
        </p:blipFill>
        <p:spPr>
          <a:xfrm>
            <a:off x="3420287" y="621455"/>
            <a:ext cx="8392480" cy="1902475"/>
          </a:xfrm>
          <a:prstGeom prst="rect">
            <a:avLst/>
          </a:prstGeom>
        </p:spPr>
      </p:pic>
      <p:sp>
        <p:nvSpPr>
          <p:cNvPr id="21" name="Rectangle : coins arrondis 18">
            <a:extLst>
              <a:ext uri="{FF2B5EF4-FFF2-40B4-BE49-F238E27FC236}">
                <a16:creationId xmlns:a16="http://schemas.microsoft.com/office/drawing/2014/main" id="{3ADE73F5-0E39-46B1-73AE-9AE678D68F47}"/>
              </a:ext>
            </a:extLst>
          </p:cNvPr>
          <p:cNvSpPr/>
          <p:nvPr/>
        </p:nvSpPr>
        <p:spPr>
          <a:xfrm>
            <a:off x="6448178" y="5786472"/>
            <a:ext cx="2336699" cy="314785"/>
          </a:xfrm>
          <a:prstGeom prst="roundRect">
            <a:avLst>
              <a:gd name="adj" fmla="val 18310"/>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err="1">
                <a:solidFill>
                  <a:srgbClr val="000000"/>
                </a:solidFill>
                <a:latin typeface="Metropolis" pitchFamily="2" charset="77"/>
              </a:rPr>
              <a:t>labeled_ratio</a:t>
            </a:r>
            <a:r>
              <a:rPr lang="en-GB" sz="1400" b="1" dirty="0">
                <a:solidFill>
                  <a:srgbClr val="000000"/>
                </a:solidFill>
                <a:latin typeface="Metropolis" pitchFamily="2" charset="77"/>
              </a:rPr>
              <a:t> = 9.15%</a:t>
            </a:r>
            <a:endParaRPr lang="en-US" b="1" dirty="0">
              <a:solidFill>
                <a:schemeClr val="tx1"/>
              </a:solidFill>
              <a:latin typeface="Metropolis" pitchFamily="2" charset="77"/>
            </a:endParaRPr>
          </a:p>
        </p:txBody>
      </p:sp>
    </p:spTree>
    <p:extLst>
      <p:ext uri="{BB962C8B-B14F-4D97-AF65-F5344CB8AC3E}">
        <p14:creationId xmlns:p14="http://schemas.microsoft.com/office/powerpoint/2010/main" val="2641726465"/>
      </p:ext>
    </p:extLst>
  </p:cSld>
  <p:clrMapOvr>
    <a:masterClrMapping/>
  </p:clrMapOvr>
  <p:transition spd="med">
    <p:pull/>
  </p:transition>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A0BB-D689-E460-5CD7-888AB7E54EF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31AFA2E-5125-0F88-7664-8620D76708A8}"/>
              </a:ext>
            </a:extLst>
          </p:cNvPr>
          <p:cNvSpPr>
            <a:spLocks noGrp="1"/>
          </p:cNvSpPr>
          <p:nvPr>
            <p:ph type="body" sz="quarter" idx="10"/>
          </p:nvPr>
        </p:nvSpPr>
        <p:spPr/>
        <p:txBody>
          <a:bodyPr/>
          <a:lstStyle/>
          <a:p>
            <a:r>
              <a:rPr lang="en-FR" dirty="0"/>
              <a:t>Main points on Active Learning</a:t>
            </a:r>
          </a:p>
          <a:p>
            <a:endParaRPr lang="en-FR" dirty="0"/>
          </a:p>
        </p:txBody>
      </p:sp>
      <p:pic>
        <p:nvPicPr>
          <p:cNvPr id="4" name="Picture 2">
            <a:extLst>
              <a:ext uri="{FF2B5EF4-FFF2-40B4-BE49-F238E27FC236}">
                <a16:creationId xmlns:a16="http://schemas.microsoft.com/office/drawing/2014/main" id="{F5A30820-E2A5-C856-80DD-707D3AB5C15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1426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5CECB05-925D-009E-65F3-B2FD972080E2}"/>
              </a:ext>
            </a:extLst>
          </p:cNvPr>
          <p:cNvSpPr/>
          <p:nvPr/>
        </p:nvSpPr>
        <p:spPr>
          <a:xfrm>
            <a:off x="1940599" y="1444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Makes sense to use AL !</a:t>
            </a:r>
          </a:p>
        </p:txBody>
      </p:sp>
      <p:pic>
        <p:nvPicPr>
          <p:cNvPr id="3" name="Picture 2">
            <a:extLst>
              <a:ext uri="{FF2B5EF4-FFF2-40B4-BE49-F238E27FC236}">
                <a16:creationId xmlns:a16="http://schemas.microsoft.com/office/drawing/2014/main" id="{A3A6F816-10DF-E3BA-554E-77ADAB55A2E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2442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295C3EA-D508-DFA9-7CC2-01FACB43F0C3}"/>
              </a:ext>
            </a:extLst>
          </p:cNvPr>
          <p:cNvSpPr/>
          <p:nvPr/>
        </p:nvSpPr>
        <p:spPr>
          <a:xfrm>
            <a:off x="1940599" y="2460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The more often we retrain, the better</a:t>
            </a:r>
          </a:p>
        </p:txBody>
      </p:sp>
      <p:pic>
        <p:nvPicPr>
          <p:cNvPr id="7" name="Picture 6">
            <a:extLst>
              <a:ext uri="{FF2B5EF4-FFF2-40B4-BE49-F238E27FC236}">
                <a16:creationId xmlns:a16="http://schemas.microsoft.com/office/drawing/2014/main" id="{593E3350-F950-2140-F9C2-27DBF6FB45D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3494648"/>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B0EB27F-CDDD-99DC-E2CE-0AA87284212F}"/>
              </a:ext>
            </a:extLst>
          </p:cNvPr>
          <p:cNvSpPr/>
          <p:nvPr/>
        </p:nvSpPr>
        <p:spPr>
          <a:xfrm>
            <a:off x="1940599" y="3512718"/>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Best model even if high labeled ratio</a:t>
            </a:r>
          </a:p>
        </p:txBody>
      </p:sp>
      <p:pic>
        <p:nvPicPr>
          <p:cNvPr id="11" name="Picture 2">
            <a:extLst>
              <a:ext uri="{FF2B5EF4-FFF2-40B4-BE49-F238E27FC236}">
                <a16:creationId xmlns:a16="http://schemas.microsoft.com/office/drawing/2014/main" id="{5FFCA06C-5EEC-33F3-C481-CACF4A9259B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53276" y="4521394"/>
            <a:ext cx="724278" cy="96282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D5AC96A3-10D7-2D1D-2FAA-A314AC49C0A2}"/>
              </a:ext>
            </a:extLst>
          </p:cNvPr>
          <p:cNvSpPr/>
          <p:nvPr/>
        </p:nvSpPr>
        <p:spPr>
          <a:xfrm>
            <a:off x="1966978" y="4539464"/>
            <a:ext cx="8492777" cy="902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Metropolis Black" panose="00000A00000000000000" pitchFamily="50" charset="0"/>
              </a:rPr>
              <a:t>AL can adjust to bias instead of getting locked in it</a:t>
            </a:r>
          </a:p>
        </p:txBody>
      </p:sp>
    </p:spTree>
    <p:extLst>
      <p:ext uri="{BB962C8B-B14F-4D97-AF65-F5344CB8AC3E}">
        <p14:creationId xmlns:p14="http://schemas.microsoft.com/office/powerpoint/2010/main" val="726256596"/>
      </p:ext>
    </p:extLst>
  </p:cSld>
  <p:clrMapOvr>
    <a:masterClrMapping/>
  </p:clrMapOvr>
  <p:transition spd="med">
    <p:pull/>
  </p:transition>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87B1-7034-01D7-7FFF-D1A125EDCBBC}"/>
            </a:ext>
          </a:extLst>
        </p:cNvPr>
        <p:cNvGrpSpPr/>
        <p:nvPr/>
      </p:nvGrpSpPr>
      <p:grpSpPr>
        <a:xfrm>
          <a:off x="0" y="0"/>
          <a:ext cx="0" cy="0"/>
          <a:chOff x="0" y="0"/>
          <a:chExt cx="0" cy="0"/>
        </a:xfrm>
      </p:grpSpPr>
      <p:sp>
        <p:nvSpPr>
          <p:cNvPr id="18" name="Google Shape;12529;p1190">
            <a:extLst>
              <a:ext uri="{FF2B5EF4-FFF2-40B4-BE49-F238E27FC236}">
                <a16:creationId xmlns:a16="http://schemas.microsoft.com/office/drawing/2014/main" id="{2BFA986A-8DBD-C85C-A11C-16E26D984561}"/>
              </a:ext>
            </a:extLst>
          </p:cNvPr>
          <p:cNvSpPr/>
          <p:nvPr/>
        </p:nvSpPr>
        <p:spPr>
          <a:xfrm>
            <a:off x="105519" y="1666767"/>
            <a:ext cx="11751518" cy="402037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endParaRPr lang="en-GB" sz="1400">
              <a:solidFill>
                <a:schemeClr val="accent5"/>
              </a:solidFill>
              <a:latin typeface="+mj-lt"/>
            </a:endParaRPr>
          </a:p>
        </p:txBody>
      </p:sp>
      <p:sp>
        <p:nvSpPr>
          <p:cNvPr id="9" name="Rectangle : coins arrondis 18">
            <a:extLst>
              <a:ext uri="{FF2B5EF4-FFF2-40B4-BE49-F238E27FC236}">
                <a16:creationId xmlns:a16="http://schemas.microsoft.com/office/drawing/2014/main" id="{F31D42B6-72D4-1AE4-D3E5-745DB0FD0381}"/>
              </a:ext>
            </a:extLst>
          </p:cNvPr>
          <p:cNvSpPr/>
          <p:nvPr/>
        </p:nvSpPr>
        <p:spPr>
          <a:xfrm>
            <a:off x="791163" y="1468684"/>
            <a:ext cx="4698417" cy="462732"/>
          </a:xfrm>
          <a:prstGeom prst="roundRect">
            <a:avLst>
              <a:gd name="adj" fmla="val 0"/>
            </a:avLst>
          </a:prstGeom>
          <a:solidFill>
            <a:srgbClr val="E10014"/>
          </a:solidFill>
          <a:ln>
            <a:noFill/>
          </a:ln>
          <a:effectLst>
            <a:outerShdw blurRad="57150" dist="19050" dir="5400000" algn="bl" rotWithShape="0">
              <a:srgbClr val="000000">
                <a:alpha val="50000"/>
              </a:srgbClr>
            </a:outerShdw>
          </a:effectLst>
        </p:spPr>
        <p:txBody>
          <a:bodyPr spcFirstLastPara="1" wrap="square" lIns="36000" tIns="36000" rIns="36000" bIns="36000" anchor="ctr" anchorCtr="0">
            <a:noAutofit/>
          </a:bodyPr>
          <a:lstStyle/>
          <a:p>
            <a:pPr algn="ctr"/>
            <a:r>
              <a:rPr lang="en-GB" sz="1200" dirty="0">
                <a:solidFill>
                  <a:schemeClr val="bg1"/>
                </a:solidFill>
                <a:latin typeface="Metropolis Black" panose="00000A00000000000000" pitchFamily="50" charset="0"/>
              </a:rPr>
              <a:t>MNIST (F1-SCORE)</a:t>
            </a:r>
            <a:endParaRPr lang="en-GB" sz="1200" b="1" dirty="0">
              <a:solidFill>
                <a:schemeClr val="bg1"/>
              </a:solidFill>
              <a:latin typeface="Metropolis" panose="00000500000000000000" pitchFamily="50" charset="0"/>
            </a:endParaRPr>
          </a:p>
        </p:txBody>
      </p:sp>
      <p:sp>
        <p:nvSpPr>
          <p:cNvPr id="3" name="Text Placeholder 2">
            <a:extLst>
              <a:ext uri="{FF2B5EF4-FFF2-40B4-BE49-F238E27FC236}">
                <a16:creationId xmlns:a16="http://schemas.microsoft.com/office/drawing/2014/main" id="{FE2949BF-92BF-A136-587B-4254F314CA60}"/>
              </a:ext>
            </a:extLst>
          </p:cNvPr>
          <p:cNvSpPr>
            <a:spLocks noGrp="1"/>
          </p:cNvSpPr>
          <p:nvPr>
            <p:ph type="body" sz="quarter" idx="10"/>
          </p:nvPr>
        </p:nvSpPr>
        <p:spPr>
          <a:xfrm>
            <a:off x="702964" y="437140"/>
            <a:ext cx="4387196" cy="498597"/>
          </a:xfrm>
        </p:spPr>
        <p:txBody>
          <a:bodyPr/>
          <a:lstStyle/>
          <a:p>
            <a:r>
              <a:rPr lang="en-GB" dirty="0"/>
              <a:t>Execution time</a:t>
            </a:r>
          </a:p>
        </p:txBody>
      </p:sp>
      <p:sp>
        <p:nvSpPr>
          <p:cNvPr id="31" name="Rectangle : coins arrondis 18">
            <a:extLst>
              <a:ext uri="{FF2B5EF4-FFF2-40B4-BE49-F238E27FC236}">
                <a16:creationId xmlns:a16="http://schemas.microsoft.com/office/drawing/2014/main" id="{B1B0676D-649B-1DDA-5236-36415DA03194}"/>
              </a:ext>
            </a:extLst>
          </p:cNvPr>
          <p:cNvSpPr/>
          <p:nvPr/>
        </p:nvSpPr>
        <p:spPr>
          <a:xfrm>
            <a:off x="7394909" y="296069"/>
            <a:ext cx="2159045" cy="867857"/>
          </a:xfrm>
          <a:prstGeom prst="roundRect">
            <a:avLst>
              <a:gd name="adj" fmla="val 18310"/>
            </a:avLst>
          </a:prstGeom>
          <a:solidFill>
            <a:schemeClr val="bg1">
              <a:lumMod val="95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0" rIns="108000" bIns="0"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dirty="0">
                <a:solidFill>
                  <a:srgbClr val="000000"/>
                </a:solidFill>
                <a:latin typeface="Metropolis" pitchFamily="2" charset="77"/>
              </a:rPr>
              <a:t>Limit = 60%</a:t>
            </a:r>
          </a:p>
          <a:p>
            <a:pPr algn="ctr"/>
            <a:r>
              <a:rPr lang="en-GB" sz="1400" b="1" dirty="0" err="1">
                <a:solidFill>
                  <a:srgbClr val="000000"/>
                </a:solidFill>
                <a:latin typeface="Metropolis" pitchFamily="2" charset="77"/>
              </a:rPr>
              <a:t>batch_ratio</a:t>
            </a:r>
            <a:r>
              <a:rPr lang="en-GB" sz="1400" b="1" dirty="0">
                <a:solidFill>
                  <a:srgbClr val="000000"/>
                </a:solidFill>
                <a:latin typeface="Metropolis" pitchFamily="2" charset="77"/>
              </a:rPr>
              <a:t> = 1%</a:t>
            </a:r>
          </a:p>
          <a:p>
            <a:pPr algn="ctr"/>
            <a:r>
              <a:rPr lang="en-GB" sz="1400" b="1" dirty="0" err="1">
                <a:solidFill>
                  <a:srgbClr val="000000"/>
                </a:solidFill>
                <a:latin typeface="Metropolis" pitchFamily="2" charset="77"/>
              </a:rPr>
              <a:t>test_size</a:t>
            </a:r>
            <a:r>
              <a:rPr lang="en-GB" sz="1400" b="1" dirty="0">
                <a:solidFill>
                  <a:srgbClr val="000000"/>
                </a:solidFill>
                <a:latin typeface="Metropolis" pitchFamily="2" charset="77"/>
              </a:rPr>
              <a:t> = 20%</a:t>
            </a:r>
            <a:endParaRPr lang="en-US" b="1" dirty="0">
              <a:solidFill>
                <a:schemeClr val="tx1"/>
              </a:solidFill>
              <a:latin typeface="Metropolis" pitchFamily="2" charset="77"/>
            </a:endParaRPr>
          </a:p>
        </p:txBody>
      </p:sp>
      <p:pic>
        <p:nvPicPr>
          <p:cNvPr id="26" name="Picture 25">
            <a:extLst>
              <a:ext uri="{FF2B5EF4-FFF2-40B4-BE49-F238E27FC236}">
                <a16:creationId xmlns:a16="http://schemas.microsoft.com/office/drawing/2014/main" id="{986C8A7E-197E-3630-07B6-811A0FF86902}"/>
              </a:ext>
            </a:extLst>
          </p:cNvPr>
          <p:cNvPicPr>
            <a:picLocks noChangeAspect="1"/>
          </p:cNvPicPr>
          <p:nvPr/>
        </p:nvPicPr>
        <p:blipFill>
          <a:blip r:embed="rId4"/>
          <a:stretch>
            <a:fillRect/>
          </a:stretch>
        </p:blipFill>
        <p:spPr>
          <a:xfrm>
            <a:off x="702964" y="2129499"/>
            <a:ext cx="9360811" cy="3536306"/>
          </a:xfrm>
          <a:prstGeom prst="rect">
            <a:avLst/>
          </a:prstGeom>
        </p:spPr>
      </p:pic>
      <p:pic>
        <p:nvPicPr>
          <p:cNvPr id="33" name="Picture 32">
            <a:extLst>
              <a:ext uri="{FF2B5EF4-FFF2-40B4-BE49-F238E27FC236}">
                <a16:creationId xmlns:a16="http://schemas.microsoft.com/office/drawing/2014/main" id="{AEE09270-E4DA-3EA7-4C61-A1D0F9BDCD88}"/>
              </a:ext>
            </a:extLst>
          </p:cNvPr>
          <p:cNvPicPr>
            <a:picLocks noChangeAspect="1"/>
          </p:cNvPicPr>
          <p:nvPr/>
        </p:nvPicPr>
        <p:blipFill>
          <a:blip r:embed="rId5"/>
          <a:stretch>
            <a:fillRect/>
          </a:stretch>
        </p:blipFill>
        <p:spPr>
          <a:xfrm>
            <a:off x="10497526" y="3429000"/>
            <a:ext cx="1025543" cy="388999"/>
          </a:xfrm>
          <a:prstGeom prst="rect">
            <a:avLst/>
          </a:prstGeom>
        </p:spPr>
      </p:pic>
    </p:spTree>
    <p:extLst>
      <p:ext uri="{BB962C8B-B14F-4D97-AF65-F5344CB8AC3E}">
        <p14:creationId xmlns:p14="http://schemas.microsoft.com/office/powerpoint/2010/main" val="2593117488"/>
      </p:ext>
    </p:extLst>
  </p:cSld>
  <p:clrMapOvr>
    <a:masterClrMapping/>
  </p:clrMapOvr>
  <p:transition spd="med">
    <p:pull/>
  </p:transition>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0B4A-53E3-8758-5587-A01DF26E37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C4C5F4-61A3-2F99-4B2D-A8EA279A18C7}"/>
              </a:ext>
            </a:extLst>
          </p:cNvPr>
          <p:cNvSpPr>
            <a:spLocks noGrp="1"/>
          </p:cNvSpPr>
          <p:nvPr>
            <p:ph type="body" sz="quarter" idx="10"/>
          </p:nvPr>
        </p:nvSpPr>
        <p:spPr/>
        <p:txBody>
          <a:bodyPr/>
          <a:lstStyle/>
          <a:p>
            <a:r>
              <a:rPr lang="en-FR" dirty="0"/>
              <a:t>Main points on Active Learning</a:t>
            </a:r>
          </a:p>
          <a:p>
            <a:endParaRPr lang="en-FR" dirty="0"/>
          </a:p>
        </p:txBody>
      </p:sp>
      <p:pic>
        <p:nvPicPr>
          <p:cNvPr id="4" name="Picture 2">
            <a:extLst>
              <a:ext uri="{FF2B5EF4-FFF2-40B4-BE49-F238E27FC236}">
                <a16:creationId xmlns:a16="http://schemas.microsoft.com/office/drawing/2014/main" id="{341977C9-9267-C807-1E67-F6BD9C7DA1E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1426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54AB3B5-33D4-8DD7-15FE-077722521EEA}"/>
              </a:ext>
            </a:extLst>
          </p:cNvPr>
          <p:cNvSpPr/>
          <p:nvPr/>
        </p:nvSpPr>
        <p:spPr>
          <a:xfrm>
            <a:off x="1940599" y="1444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Makes sense to use AL !</a:t>
            </a:r>
          </a:p>
        </p:txBody>
      </p:sp>
      <p:pic>
        <p:nvPicPr>
          <p:cNvPr id="3" name="Picture 2">
            <a:extLst>
              <a:ext uri="{FF2B5EF4-FFF2-40B4-BE49-F238E27FC236}">
                <a16:creationId xmlns:a16="http://schemas.microsoft.com/office/drawing/2014/main" id="{7D1DFA8D-6C9D-DC69-8D43-16B769D73B1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2442506"/>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8740BC1-3A8F-EE86-AD7C-3FBCFC2F1068}"/>
              </a:ext>
            </a:extLst>
          </p:cNvPr>
          <p:cNvSpPr/>
          <p:nvPr/>
        </p:nvSpPr>
        <p:spPr>
          <a:xfrm>
            <a:off x="1940599" y="2460576"/>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The more often we retrain, the better</a:t>
            </a:r>
          </a:p>
        </p:txBody>
      </p:sp>
      <p:pic>
        <p:nvPicPr>
          <p:cNvPr id="7" name="Picture 6">
            <a:extLst>
              <a:ext uri="{FF2B5EF4-FFF2-40B4-BE49-F238E27FC236}">
                <a16:creationId xmlns:a16="http://schemas.microsoft.com/office/drawing/2014/main" id="{427909BE-730D-E9F5-AFC3-603734ECB09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3494648"/>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B3D8C9C-6DB8-90A0-E95A-A81D74F5D0EA}"/>
              </a:ext>
            </a:extLst>
          </p:cNvPr>
          <p:cNvSpPr/>
          <p:nvPr/>
        </p:nvSpPr>
        <p:spPr>
          <a:xfrm>
            <a:off x="1940599" y="3512718"/>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Best model even if high labeled ratio</a:t>
            </a:r>
          </a:p>
        </p:txBody>
      </p:sp>
      <p:pic>
        <p:nvPicPr>
          <p:cNvPr id="9" name="Picture 8">
            <a:extLst>
              <a:ext uri="{FF2B5EF4-FFF2-40B4-BE49-F238E27FC236}">
                <a16:creationId xmlns:a16="http://schemas.microsoft.com/office/drawing/2014/main" id="{DBC43501-338C-38DC-56B5-77A11FD62CA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073" y="4528720"/>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CA5B259-786E-25C0-FF0F-A633FDC8A330}"/>
              </a:ext>
            </a:extLst>
          </p:cNvPr>
          <p:cNvSpPr/>
          <p:nvPr/>
        </p:nvSpPr>
        <p:spPr>
          <a:xfrm>
            <a:off x="1940599" y="4546790"/>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AL can adjust to bias instead of getting locked in it</a:t>
            </a:r>
          </a:p>
        </p:txBody>
      </p:sp>
      <p:pic>
        <p:nvPicPr>
          <p:cNvPr id="15" name="Picture 2">
            <a:extLst>
              <a:ext uri="{FF2B5EF4-FFF2-40B4-BE49-F238E27FC236}">
                <a16:creationId xmlns:a16="http://schemas.microsoft.com/office/drawing/2014/main" id="{2F6B71BB-E039-BE00-C4DA-AB5430C12E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53276" y="5576471"/>
            <a:ext cx="724278" cy="962829"/>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B0D45425-6FB5-718F-D669-4721EF83CF7E}"/>
              </a:ext>
            </a:extLst>
          </p:cNvPr>
          <p:cNvSpPr/>
          <p:nvPr/>
        </p:nvSpPr>
        <p:spPr>
          <a:xfrm>
            <a:off x="1966978" y="5594541"/>
            <a:ext cx="8492777" cy="902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Metropolis Black" panose="00000A00000000000000" pitchFamily="50" charset="0"/>
              </a:rPr>
              <a:t>Basically same time for these BASIC QS</a:t>
            </a:r>
          </a:p>
        </p:txBody>
      </p:sp>
    </p:spTree>
    <p:extLst>
      <p:ext uri="{BB962C8B-B14F-4D97-AF65-F5344CB8AC3E}">
        <p14:creationId xmlns:p14="http://schemas.microsoft.com/office/powerpoint/2010/main" val="2699913730"/>
      </p:ext>
    </p:extLst>
  </p:cSld>
  <p:clrMapOvr>
    <a:masterClrMapping/>
  </p:clrMapOvr>
  <p:transition spd="med">
    <p:pull/>
  </p:transition>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9DA77-D42E-D65F-51B4-CC471E3F504D}"/>
            </a:ext>
          </a:extLst>
        </p:cNvPr>
        <p:cNvGrpSpPr/>
        <p:nvPr/>
      </p:nvGrpSpPr>
      <p:grpSpPr>
        <a:xfrm>
          <a:off x="0" y="0"/>
          <a:ext cx="0" cy="0"/>
          <a:chOff x="0" y="0"/>
          <a:chExt cx="0" cy="0"/>
        </a:xfrm>
      </p:grpSpPr>
      <p:sp>
        <p:nvSpPr>
          <p:cNvPr id="9" name="TextBox 3">
            <a:extLst>
              <a:ext uri="{FF2B5EF4-FFF2-40B4-BE49-F238E27FC236}">
                <a16:creationId xmlns:a16="http://schemas.microsoft.com/office/drawing/2014/main" id="{3AC93697-F56E-1D71-BE08-D75C2F2A36D7}"/>
              </a:ext>
            </a:extLst>
          </p:cNvPr>
          <p:cNvSpPr txBox="1"/>
          <p:nvPr/>
        </p:nvSpPr>
        <p:spPr>
          <a:xfrm>
            <a:off x="352468" y="339975"/>
            <a:ext cx="9350824" cy="498598"/>
          </a:xfrm>
          <a:prstGeom prst="rect">
            <a:avLst/>
          </a:prstGeom>
          <a:noFill/>
        </p:spPr>
        <p:txBody>
          <a:bodyPr wrap="square" lIns="0" tIns="0" rIns="0" bIns="0" rtlCol="0" anchor="b">
            <a:spAutoFit/>
          </a:bodyPr>
          <a:lstStyle>
            <a:defPPr>
              <a:defRPr lang="fr-FR"/>
            </a:defPPr>
            <a:lvl1pPr>
              <a:defRPr sz="2800" b="0" kern="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600" b="1" i="0" u="none" strike="noStrike" kern="0" cap="none" spc="-100" normalizeH="0" baseline="0" noProof="0" dirty="0">
                <a:ln>
                  <a:noFill/>
                </a:ln>
                <a:solidFill>
                  <a:srgbClr val="E10014"/>
                </a:solidFill>
                <a:effectLst/>
                <a:uLnTx/>
                <a:uFillTx/>
                <a:latin typeface="Metropolis"/>
                <a:ea typeface="+mn-ea"/>
                <a:cs typeface="+mn-cs"/>
              </a:rPr>
              <a:t>Next Steps</a:t>
            </a:r>
          </a:p>
        </p:txBody>
      </p:sp>
      <p:pic>
        <p:nvPicPr>
          <p:cNvPr id="7" name="Picture 2">
            <a:extLst>
              <a:ext uri="{FF2B5EF4-FFF2-40B4-BE49-F238E27FC236}">
                <a16:creationId xmlns:a16="http://schemas.microsoft.com/office/drawing/2014/main" id="{0DF4C013-34B2-7AE8-7E4A-2082F9874A7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21552" y="2055454"/>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6533D3F9-FF44-71A2-8673-BEFE1808BF80}"/>
              </a:ext>
            </a:extLst>
          </p:cNvPr>
          <p:cNvSpPr/>
          <p:nvPr/>
        </p:nvSpPr>
        <p:spPr>
          <a:xfrm>
            <a:off x="2189078" y="2073524"/>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Test on the full PRS dataset with 3 classes</a:t>
            </a:r>
          </a:p>
        </p:txBody>
      </p:sp>
      <p:pic>
        <p:nvPicPr>
          <p:cNvPr id="12" name="Picture 2">
            <a:extLst>
              <a:ext uri="{FF2B5EF4-FFF2-40B4-BE49-F238E27FC236}">
                <a16:creationId xmlns:a16="http://schemas.microsoft.com/office/drawing/2014/main" id="{4A942837-6D25-907C-60AE-66F1D35C56F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326257" y="2672935"/>
            <a:ext cx="284309" cy="37795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E899A4E0-904F-4C4C-538C-DBD65E23D2B0}"/>
              </a:ext>
            </a:extLst>
          </p:cNvPr>
          <p:cNvSpPr/>
          <p:nvPr/>
        </p:nvSpPr>
        <p:spPr>
          <a:xfrm>
            <a:off x="3726873" y="2614292"/>
            <a:ext cx="6954981" cy="4306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How to evaluate a QS in prod ?</a:t>
            </a:r>
          </a:p>
        </p:txBody>
      </p:sp>
      <p:pic>
        <p:nvPicPr>
          <p:cNvPr id="2" name="Picture 2">
            <a:extLst>
              <a:ext uri="{FF2B5EF4-FFF2-40B4-BE49-F238E27FC236}">
                <a16:creationId xmlns:a16="http://schemas.microsoft.com/office/drawing/2014/main" id="{89E32A7C-72D8-A8F0-E175-934C63DEF90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21552" y="4239280"/>
            <a:ext cx="437306" cy="5813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BC5D558-A06A-F688-7475-FF157C556491}"/>
              </a:ext>
            </a:extLst>
          </p:cNvPr>
          <p:cNvSpPr/>
          <p:nvPr/>
        </p:nvSpPr>
        <p:spPr>
          <a:xfrm>
            <a:off x="2189078" y="4257350"/>
            <a:ext cx="8492777" cy="545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tropolis Black" panose="00000A00000000000000" pitchFamily="50" charset="0"/>
              </a:rPr>
              <a:t>Iterate on new QS more advanced</a:t>
            </a:r>
          </a:p>
        </p:txBody>
      </p:sp>
    </p:spTree>
    <p:extLst>
      <p:ext uri="{BB962C8B-B14F-4D97-AF65-F5344CB8AC3E}">
        <p14:creationId xmlns:p14="http://schemas.microsoft.com/office/powerpoint/2010/main" val="467290333"/>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19DC6A4-10C3-CC44-BA47-FF203551DB6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6" t="138" r="-8" b="138"/>
          <a:stretch/>
        </p:blipFill>
        <p:spPr>
          <a:xfrm>
            <a:off x="1" y="0"/>
            <a:ext cx="12192000" cy="6857997"/>
          </a:xfrm>
          <a:prstGeom prst="rect">
            <a:avLst/>
          </a:prstGeom>
        </p:spPr>
      </p:pic>
      <p:sp>
        <p:nvSpPr>
          <p:cNvPr id="5" name="Rectangle 6">
            <a:extLst>
              <a:ext uri="{FF2B5EF4-FFF2-40B4-BE49-F238E27FC236}">
                <a16:creationId xmlns:a16="http://schemas.microsoft.com/office/drawing/2014/main" id="{291C2D50-79F6-624D-9B75-13BA345E4E2C}"/>
              </a:ext>
            </a:extLst>
          </p:cNvPr>
          <p:cNvSpPr/>
          <p:nvPr/>
        </p:nvSpPr>
        <p:spPr>
          <a:xfrm>
            <a:off x="0" y="-9526"/>
            <a:ext cx="10406492" cy="6877050"/>
          </a:xfrm>
          <a:custGeom>
            <a:avLst/>
            <a:gdLst>
              <a:gd name="connsiteX0" fmla="*/ 0 w 6056415"/>
              <a:gd name="connsiteY0" fmla="*/ 0 h 6858000"/>
              <a:gd name="connsiteX1" fmla="*/ 6056415 w 6056415"/>
              <a:gd name="connsiteY1" fmla="*/ 0 h 6858000"/>
              <a:gd name="connsiteX2" fmla="*/ 6056415 w 6056415"/>
              <a:gd name="connsiteY2" fmla="*/ 6858000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1401287 w 6056415"/>
              <a:gd name="connsiteY2" fmla="*/ 6846125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1425037 w 6056415"/>
              <a:gd name="connsiteY2" fmla="*/ 6858000 h 6858000"/>
              <a:gd name="connsiteX3" fmla="*/ 0 w 6056415"/>
              <a:gd name="connsiteY3" fmla="*/ 6858000 h 6858000"/>
              <a:gd name="connsiteX4" fmla="*/ 0 w 6056415"/>
              <a:gd name="connsiteY4" fmla="*/ 0 h 6858000"/>
              <a:gd name="connsiteX0" fmla="*/ 0 w 6056415"/>
              <a:gd name="connsiteY0" fmla="*/ 0 h 6858000"/>
              <a:gd name="connsiteX1" fmla="*/ 6056415 w 6056415"/>
              <a:gd name="connsiteY1" fmla="*/ 0 h 6858000"/>
              <a:gd name="connsiteX2" fmla="*/ 592280 w 6056415"/>
              <a:gd name="connsiteY2" fmla="*/ 6858000 h 6858000"/>
              <a:gd name="connsiteX3" fmla="*/ 0 w 6056415"/>
              <a:gd name="connsiteY3" fmla="*/ 6858000 h 6858000"/>
              <a:gd name="connsiteX4" fmla="*/ 0 w 6056415"/>
              <a:gd name="connsiteY4" fmla="*/ 0 h 6858000"/>
              <a:gd name="connsiteX0" fmla="*/ 23706 w 6080121"/>
              <a:gd name="connsiteY0" fmla="*/ 8467 h 6866467"/>
              <a:gd name="connsiteX1" fmla="*/ 0 w 6080121"/>
              <a:gd name="connsiteY1" fmla="*/ 0 h 6866467"/>
              <a:gd name="connsiteX2" fmla="*/ 6080121 w 6080121"/>
              <a:gd name="connsiteY2" fmla="*/ 8467 h 6866467"/>
              <a:gd name="connsiteX3" fmla="*/ 615986 w 6080121"/>
              <a:gd name="connsiteY3" fmla="*/ 6866467 h 6866467"/>
              <a:gd name="connsiteX4" fmla="*/ 23706 w 6080121"/>
              <a:gd name="connsiteY4" fmla="*/ 6866467 h 6866467"/>
              <a:gd name="connsiteX5" fmla="*/ 23706 w 6080121"/>
              <a:gd name="connsiteY5" fmla="*/ 8467 h 6866467"/>
              <a:gd name="connsiteX0" fmla="*/ 16959 w 6080121"/>
              <a:gd name="connsiteY0" fmla="*/ 1176867 h 6866467"/>
              <a:gd name="connsiteX1" fmla="*/ 0 w 6080121"/>
              <a:gd name="connsiteY1" fmla="*/ 0 h 6866467"/>
              <a:gd name="connsiteX2" fmla="*/ 6080121 w 6080121"/>
              <a:gd name="connsiteY2" fmla="*/ 8467 h 6866467"/>
              <a:gd name="connsiteX3" fmla="*/ 615986 w 6080121"/>
              <a:gd name="connsiteY3" fmla="*/ 6866467 h 6866467"/>
              <a:gd name="connsiteX4" fmla="*/ 23706 w 6080121"/>
              <a:gd name="connsiteY4" fmla="*/ 6866467 h 6866467"/>
              <a:gd name="connsiteX5" fmla="*/ 16959 w 6080121"/>
              <a:gd name="connsiteY5" fmla="*/ 1176867 h 6866467"/>
              <a:gd name="connsiteX0" fmla="*/ 0 w 6063162"/>
              <a:gd name="connsiteY0" fmla="*/ 1168400 h 6858000"/>
              <a:gd name="connsiteX1" fmla="*/ 1028938 w 6063162"/>
              <a:gd name="connsiteY1" fmla="*/ 0 h 6858000"/>
              <a:gd name="connsiteX2" fmla="*/ 6063162 w 6063162"/>
              <a:gd name="connsiteY2" fmla="*/ 0 h 6858000"/>
              <a:gd name="connsiteX3" fmla="*/ 599027 w 6063162"/>
              <a:gd name="connsiteY3" fmla="*/ 6858000 h 6858000"/>
              <a:gd name="connsiteX4" fmla="*/ 6747 w 6063162"/>
              <a:gd name="connsiteY4" fmla="*/ 6858000 h 6858000"/>
              <a:gd name="connsiteX5" fmla="*/ 0 w 6063162"/>
              <a:gd name="connsiteY5" fmla="*/ 1168400 h 6858000"/>
              <a:gd name="connsiteX0" fmla="*/ 1 w 6056415"/>
              <a:gd name="connsiteY0" fmla="*/ 1227667 h 6858000"/>
              <a:gd name="connsiteX1" fmla="*/ 1022191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1227667 h 6858000"/>
              <a:gd name="connsiteX0" fmla="*/ 1 w 6056415"/>
              <a:gd name="connsiteY0" fmla="*/ 2546951 h 6858000"/>
              <a:gd name="connsiteX1" fmla="*/ 1022191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2546951 h 6858000"/>
              <a:gd name="connsiteX0" fmla="*/ 1 w 6056415"/>
              <a:gd name="connsiteY0" fmla="*/ 2546951 h 6858000"/>
              <a:gd name="connsiteX1" fmla="*/ 2015617 w 6056415"/>
              <a:gd name="connsiteY1" fmla="*/ 0 h 6858000"/>
              <a:gd name="connsiteX2" fmla="*/ 6056415 w 6056415"/>
              <a:gd name="connsiteY2" fmla="*/ 0 h 6858000"/>
              <a:gd name="connsiteX3" fmla="*/ 592280 w 6056415"/>
              <a:gd name="connsiteY3" fmla="*/ 6858000 h 6858000"/>
              <a:gd name="connsiteX4" fmla="*/ 0 w 6056415"/>
              <a:gd name="connsiteY4" fmla="*/ 6858000 h 6858000"/>
              <a:gd name="connsiteX5" fmla="*/ 1 w 6056415"/>
              <a:gd name="connsiteY5" fmla="*/ 2546951 h 6858000"/>
              <a:gd name="connsiteX0" fmla="*/ 1 w 6056415"/>
              <a:gd name="connsiteY0" fmla="*/ 2546951 h 6877050"/>
              <a:gd name="connsiteX1" fmla="*/ 2015617 w 6056415"/>
              <a:gd name="connsiteY1" fmla="*/ 0 h 6877050"/>
              <a:gd name="connsiteX2" fmla="*/ 6056415 w 6056415"/>
              <a:gd name="connsiteY2" fmla="*/ 0 h 6877050"/>
              <a:gd name="connsiteX3" fmla="*/ 2061281 w 6056415"/>
              <a:gd name="connsiteY3" fmla="*/ 6877050 h 6877050"/>
              <a:gd name="connsiteX4" fmla="*/ 0 w 6056415"/>
              <a:gd name="connsiteY4" fmla="*/ 6858000 h 6877050"/>
              <a:gd name="connsiteX5" fmla="*/ 1 w 6056415"/>
              <a:gd name="connsiteY5" fmla="*/ 2546951 h 6877050"/>
              <a:gd name="connsiteX0" fmla="*/ 1 w 6056415"/>
              <a:gd name="connsiteY0" fmla="*/ 2546951 h 6867525"/>
              <a:gd name="connsiteX1" fmla="*/ 2015617 w 6056415"/>
              <a:gd name="connsiteY1" fmla="*/ 0 h 6867525"/>
              <a:gd name="connsiteX2" fmla="*/ 6056415 w 6056415"/>
              <a:gd name="connsiteY2" fmla="*/ 0 h 6867525"/>
              <a:gd name="connsiteX3" fmla="*/ 2061281 w 6056415"/>
              <a:gd name="connsiteY3" fmla="*/ 6867525 h 6867525"/>
              <a:gd name="connsiteX4" fmla="*/ 0 w 6056415"/>
              <a:gd name="connsiteY4" fmla="*/ 6858000 h 6867525"/>
              <a:gd name="connsiteX5" fmla="*/ 1 w 6056415"/>
              <a:gd name="connsiteY5" fmla="*/ 2546951 h 6867525"/>
              <a:gd name="connsiteX0" fmla="*/ 1 w 6056415"/>
              <a:gd name="connsiteY0" fmla="*/ 2546951 h 6867525"/>
              <a:gd name="connsiteX1" fmla="*/ 2015617 w 6056415"/>
              <a:gd name="connsiteY1" fmla="*/ 0 h 6867525"/>
              <a:gd name="connsiteX2" fmla="*/ 6056415 w 6056415"/>
              <a:gd name="connsiteY2" fmla="*/ 0 h 6867525"/>
              <a:gd name="connsiteX3" fmla="*/ 2066825 w 6056415"/>
              <a:gd name="connsiteY3" fmla="*/ 6867525 h 6867525"/>
              <a:gd name="connsiteX4" fmla="*/ 0 w 6056415"/>
              <a:gd name="connsiteY4" fmla="*/ 6858000 h 6867525"/>
              <a:gd name="connsiteX5" fmla="*/ 1 w 6056415"/>
              <a:gd name="connsiteY5" fmla="*/ 2546951 h 6867525"/>
              <a:gd name="connsiteX0" fmla="*/ 1 w 6056415"/>
              <a:gd name="connsiteY0" fmla="*/ 2546951 h 6867525"/>
              <a:gd name="connsiteX1" fmla="*/ 3102124 w 6056415"/>
              <a:gd name="connsiteY1" fmla="*/ 0 h 6867525"/>
              <a:gd name="connsiteX2" fmla="*/ 6056415 w 6056415"/>
              <a:gd name="connsiteY2" fmla="*/ 0 h 6867525"/>
              <a:gd name="connsiteX3" fmla="*/ 2066825 w 6056415"/>
              <a:gd name="connsiteY3" fmla="*/ 6867525 h 6867525"/>
              <a:gd name="connsiteX4" fmla="*/ 0 w 6056415"/>
              <a:gd name="connsiteY4" fmla="*/ 6858000 h 6867525"/>
              <a:gd name="connsiteX5" fmla="*/ 1 w 6056415"/>
              <a:gd name="connsiteY5" fmla="*/ 2546951 h 6867525"/>
              <a:gd name="connsiteX0" fmla="*/ 0 w 6061957"/>
              <a:gd name="connsiteY0" fmla="*/ 5347301 h 6867525"/>
              <a:gd name="connsiteX1" fmla="*/ 3107666 w 6061957"/>
              <a:gd name="connsiteY1" fmla="*/ 0 h 6867525"/>
              <a:gd name="connsiteX2" fmla="*/ 6061957 w 6061957"/>
              <a:gd name="connsiteY2" fmla="*/ 0 h 6867525"/>
              <a:gd name="connsiteX3" fmla="*/ 2072367 w 6061957"/>
              <a:gd name="connsiteY3" fmla="*/ 6867525 h 6867525"/>
              <a:gd name="connsiteX4" fmla="*/ 5542 w 6061957"/>
              <a:gd name="connsiteY4" fmla="*/ 6858000 h 6867525"/>
              <a:gd name="connsiteX5" fmla="*/ 0 w 6061957"/>
              <a:gd name="connsiteY5" fmla="*/ 5347301 h 6867525"/>
              <a:gd name="connsiteX0" fmla="*/ 0 w 6061957"/>
              <a:gd name="connsiteY0" fmla="*/ 5356826 h 6877050"/>
              <a:gd name="connsiteX1" fmla="*/ 2298330 w 6061957"/>
              <a:gd name="connsiteY1" fmla="*/ 0 h 6877050"/>
              <a:gd name="connsiteX2" fmla="*/ 6061957 w 6061957"/>
              <a:gd name="connsiteY2" fmla="*/ 9525 h 6877050"/>
              <a:gd name="connsiteX3" fmla="*/ 2072367 w 6061957"/>
              <a:gd name="connsiteY3" fmla="*/ 6877050 h 6877050"/>
              <a:gd name="connsiteX4" fmla="*/ 5542 w 6061957"/>
              <a:gd name="connsiteY4" fmla="*/ 6867525 h 6877050"/>
              <a:gd name="connsiteX5" fmla="*/ 0 w 6061957"/>
              <a:gd name="connsiteY5" fmla="*/ 5356826 h 6877050"/>
              <a:gd name="connsiteX0" fmla="*/ 0 w 6061957"/>
              <a:gd name="connsiteY0" fmla="*/ 3928076 h 6877050"/>
              <a:gd name="connsiteX1" fmla="*/ 2298330 w 6061957"/>
              <a:gd name="connsiteY1" fmla="*/ 0 h 6877050"/>
              <a:gd name="connsiteX2" fmla="*/ 6061957 w 6061957"/>
              <a:gd name="connsiteY2" fmla="*/ 9525 h 6877050"/>
              <a:gd name="connsiteX3" fmla="*/ 2072367 w 6061957"/>
              <a:gd name="connsiteY3" fmla="*/ 6877050 h 6877050"/>
              <a:gd name="connsiteX4" fmla="*/ 5542 w 6061957"/>
              <a:gd name="connsiteY4" fmla="*/ 6867525 h 6877050"/>
              <a:gd name="connsiteX5" fmla="*/ 0 w 6061957"/>
              <a:gd name="connsiteY5" fmla="*/ 3928076 h 6877050"/>
              <a:gd name="connsiteX0" fmla="*/ 1 w 6056415"/>
              <a:gd name="connsiteY0" fmla="*/ 3928076 h 6877050"/>
              <a:gd name="connsiteX1" fmla="*/ 2292788 w 6056415"/>
              <a:gd name="connsiteY1" fmla="*/ 0 h 6877050"/>
              <a:gd name="connsiteX2" fmla="*/ 6056415 w 6056415"/>
              <a:gd name="connsiteY2" fmla="*/ 9525 h 6877050"/>
              <a:gd name="connsiteX3" fmla="*/ 2066825 w 6056415"/>
              <a:gd name="connsiteY3" fmla="*/ 6877050 h 6877050"/>
              <a:gd name="connsiteX4" fmla="*/ 0 w 6056415"/>
              <a:gd name="connsiteY4" fmla="*/ 6867525 h 6877050"/>
              <a:gd name="connsiteX5" fmla="*/ 1 w 6056415"/>
              <a:gd name="connsiteY5" fmla="*/ 3928076 h 687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56415" h="6877050">
                <a:moveTo>
                  <a:pt x="1" y="3928076"/>
                </a:moveTo>
                <a:lnTo>
                  <a:pt x="2292788" y="0"/>
                </a:lnTo>
                <a:lnTo>
                  <a:pt x="6056415" y="9525"/>
                </a:lnTo>
                <a:lnTo>
                  <a:pt x="2066825" y="6877050"/>
                </a:lnTo>
                <a:lnTo>
                  <a:pt x="0" y="6867525"/>
                </a:lnTo>
                <a:cubicBezTo>
                  <a:pt x="0" y="4990747"/>
                  <a:pt x="1" y="5804854"/>
                  <a:pt x="1" y="3928076"/>
                </a:cubicBezTo>
                <a:close/>
              </a:path>
            </a:pathLst>
          </a:cu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AC966A69-06A1-6C40-A5DE-8C140CA03636}"/>
              </a:ext>
            </a:extLst>
          </p:cNvPr>
          <p:cNvSpPr txBox="1"/>
          <p:nvPr/>
        </p:nvSpPr>
        <p:spPr>
          <a:xfrm>
            <a:off x="965819" y="3474147"/>
            <a:ext cx="5615994" cy="872547"/>
          </a:xfrm>
          <a:prstGeom prst="rect">
            <a:avLst/>
          </a:prstGeom>
          <a:noFill/>
        </p:spPr>
        <p:txBody>
          <a:bodyPr wrap="square" rtlCol="0" anchor="ctr">
            <a:spAutoFit/>
          </a:bodyPr>
          <a:lstStyle/>
          <a:p>
            <a:pPr>
              <a:lnSpc>
                <a:spcPts val="6000"/>
              </a:lnSpc>
              <a:spcBef>
                <a:spcPts val="800"/>
              </a:spcBef>
            </a:pPr>
            <a:r>
              <a:rPr lang="en-GB" sz="6000" b="1" dirty="0">
                <a:solidFill>
                  <a:schemeClr val="bg1"/>
                </a:solidFill>
                <a:highlight>
                  <a:srgbClr val="E10014"/>
                </a:highlight>
                <a:latin typeface="Arvo" panose="02000000000000000000" pitchFamily="2" charset="77"/>
                <a:ea typeface="Verdana"/>
                <a:cs typeface="Verdana"/>
              </a:rPr>
              <a:t>THANKS! </a:t>
            </a:r>
          </a:p>
        </p:txBody>
      </p:sp>
      <p:cxnSp>
        <p:nvCxnSpPr>
          <p:cNvPr id="10" name="Connecteur droit 9">
            <a:extLst>
              <a:ext uri="{FF2B5EF4-FFF2-40B4-BE49-F238E27FC236}">
                <a16:creationId xmlns:a16="http://schemas.microsoft.com/office/drawing/2014/main" id="{AAEE86AA-9A5F-7D4D-BCAE-7E33A58AF36B}"/>
              </a:ext>
            </a:extLst>
          </p:cNvPr>
          <p:cNvCxnSpPr>
            <a:cxnSpLocks/>
          </p:cNvCxnSpPr>
          <p:nvPr/>
        </p:nvCxnSpPr>
        <p:spPr>
          <a:xfrm flipH="1">
            <a:off x="9149052" y="4662776"/>
            <a:ext cx="2195223" cy="219522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5" name="Image 2">
            <a:extLst>
              <a:ext uri="{FF2B5EF4-FFF2-40B4-BE49-F238E27FC236}">
                <a16:creationId xmlns:a16="http://schemas.microsoft.com/office/drawing/2014/main" id="{2B35E71F-159F-E64F-9EFF-1021BE3761E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2700000">
            <a:off x="-351484" y="1096612"/>
            <a:ext cx="3744125" cy="1085520"/>
          </a:xfrm>
          <a:prstGeom prst="rect">
            <a:avLst/>
          </a:prstGeom>
        </p:spPr>
      </p:pic>
      <p:sp>
        <p:nvSpPr>
          <p:cNvPr id="29" name="Triangle rectangle 28">
            <a:extLst>
              <a:ext uri="{FF2B5EF4-FFF2-40B4-BE49-F238E27FC236}">
                <a16:creationId xmlns:a16="http://schemas.microsoft.com/office/drawing/2014/main" id="{790CE622-6DF3-6B4A-B2FD-BF9940E9D5EF}"/>
              </a:ext>
            </a:extLst>
          </p:cNvPr>
          <p:cNvSpPr/>
          <p:nvPr/>
        </p:nvSpPr>
        <p:spPr>
          <a:xfrm rot="16200000">
            <a:off x="9875520" y="4541514"/>
            <a:ext cx="2316481" cy="2316481"/>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Image 29">
            <a:extLst>
              <a:ext uri="{FF2B5EF4-FFF2-40B4-BE49-F238E27FC236}">
                <a16:creationId xmlns:a16="http://schemas.microsoft.com/office/drawing/2014/main" id="{0F1E96FA-9189-9742-BD43-D7A1F762CD3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916975" y="6106931"/>
            <a:ext cx="1080000" cy="516756"/>
          </a:xfrm>
          <a:prstGeom prst="rect">
            <a:avLst/>
          </a:prstGeom>
        </p:spPr>
      </p:pic>
    </p:spTree>
    <p:extLst>
      <p:ext uri="{BB962C8B-B14F-4D97-AF65-F5344CB8AC3E}">
        <p14:creationId xmlns:p14="http://schemas.microsoft.com/office/powerpoint/2010/main" val="3668565510"/>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4C0FE2-1568-3171-52A7-E90CB60A535C}"/>
              </a:ext>
            </a:extLst>
          </p:cNvPr>
          <p:cNvSpPr txBox="1"/>
          <p:nvPr/>
        </p:nvSpPr>
        <p:spPr>
          <a:xfrm>
            <a:off x="61545" y="885341"/>
            <a:ext cx="12344400" cy="369332"/>
          </a:xfrm>
          <a:prstGeom prst="rect">
            <a:avLst/>
          </a:prstGeom>
          <a:noFill/>
        </p:spPr>
        <p:txBody>
          <a:bodyPr wrap="square" rtlCol="0">
            <a:spAutoFit/>
          </a:bodyPr>
          <a:lstStyle/>
          <a:p>
            <a:r>
              <a:rPr lang="en-FR" dirty="0"/>
              <a:t>Si on teste 4 QS (random/LC/Margin/entropy) : sur 100 reviews envoyées on envoie 25 de chaque. </a:t>
            </a:r>
            <a:r>
              <a:rPr lang="en-GB" dirty="0"/>
              <a:t>O</a:t>
            </a:r>
            <a:r>
              <a:rPr lang="en-FR" dirty="0"/>
              <a:t>n envoie les plus </a:t>
            </a:r>
            <a:r>
              <a:rPr lang="en-FR" b="1" dirty="0"/>
              <a:t>incertaines.</a:t>
            </a:r>
            <a:endParaRPr lang="en-FR" dirty="0"/>
          </a:p>
        </p:txBody>
      </p:sp>
      <p:sp>
        <p:nvSpPr>
          <p:cNvPr id="5" name="TextBox 4">
            <a:extLst>
              <a:ext uri="{FF2B5EF4-FFF2-40B4-BE49-F238E27FC236}">
                <a16:creationId xmlns:a16="http://schemas.microsoft.com/office/drawing/2014/main" id="{DEDDA09D-955E-9F7B-C770-A6923AD8947B}"/>
              </a:ext>
            </a:extLst>
          </p:cNvPr>
          <p:cNvSpPr txBox="1"/>
          <p:nvPr/>
        </p:nvSpPr>
        <p:spPr>
          <a:xfrm>
            <a:off x="597877" y="1415645"/>
            <a:ext cx="10049607" cy="369332"/>
          </a:xfrm>
          <a:prstGeom prst="rect">
            <a:avLst/>
          </a:prstGeom>
          <a:noFill/>
        </p:spPr>
        <p:txBody>
          <a:bodyPr wrap="square" rtlCol="0">
            <a:spAutoFit/>
          </a:bodyPr>
          <a:lstStyle/>
          <a:p>
            <a:r>
              <a:rPr lang="en-GB" dirty="0"/>
              <a:t>On </a:t>
            </a:r>
            <a:r>
              <a:rPr lang="en-GB" dirty="0" err="1"/>
              <a:t>divise</a:t>
            </a:r>
            <a:r>
              <a:rPr lang="en-GB" dirty="0"/>
              <a:t> </a:t>
            </a:r>
            <a:r>
              <a:rPr lang="en-GB" dirty="0" err="1"/>
              <a:t>notre</a:t>
            </a:r>
            <a:r>
              <a:rPr lang="en-GB" dirty="0"/>
              <a:t> </a:t>
            </a:r>
            <a:r>
              <a:rPr lang="en-GB" dirty="0" err="1"/>
              <a:t>modèle</a:t>
            </a:r>
            <a:r>
              <a:rPr lang="en-GB" dirty="0"/>
              <a:t> </a:t>
            </a:r>
            <a:r>
              <a:rPr lang="en-GB" dirty="0" err="1"/>
              <a:t>en</a:t>
            </a:r>
            <a:r>
              <a:rPr lang="en-GB" dirty="0"/>
              <a:t> 4 et </a:t>
            </a:r>
            <a:r>
              <a:rPr lang="en-GB" dirty="0" err="1"/>
              <a:t>chaque</a:t>
            </a:r>
            <a:r>
              <a:rPr lang="en-GB" dirty="0"/>
              <a:t> </a:t>
            </a:r>
            <a:r>
              <a:rPr lang="en-GB" dirty="0" err="1"/>
              <a:t>partie</a:t>
            </a:r>
            <a:r>
              <a:rPr lang="en-GB" dirty="0"/>
              <a:t> du </a:t>
            </a:r>
            <a:r>
              <a:rPr lang="en-GB" dirty="0" err="1"/>
              <a:t>modèle</a:t>
            </a:r>
            <a:r>
              <a:rPr lang="en-GB" dirty="0"/>
              <a:t> ne </a:t>
            </a:r>
            <a:r>
              <a:rPr lang="en-GB" dirty="0" err="1"/>
              <a:t>reçoit</a:t>
            </a:r>
            <a:r>
              <a:rPr lang="en-GB" dirty="0"/>
              <a:t> les reviews </a:t>
            </a:r>
            <a:r>
              <a:rPr lang="en-GB" dirty="0" err="1"/>
              <a:t>labellisées</a:t>
            </a:r>
            <a:r>
              <a:rPr lang="en-GB" dirty="0"/>
              <a:t> que </a:t>
            </a:r>
            <a:r>
              <a:rPr lang="en-GB" dirty="0" err="1"/>
              <a:t>d’une</a:t>
            </a:r>
            <a:r>
              <a:rPr lang="en-GB" dirty="0"/>
              <a:t> QS.</a:t>
            </a:r>
            <a:endParaRPr lang="en-FR" dirty="0"/>
          </a:p>
        </p:txBody>
      </p:sp>
      <p:sp>
        <p:nvSpPr>
          <p:cNvPr id="6" name="TextBox 5">
            <a:extLst>
              <a:ext uri="{FF2B5EF4-FFF2-40B4-BE49-F238E27FC236}">
                <a16:creationId xmlns:a16="http://schemas.microsoft.com/office/drawing/2014/main" id="{B7A75085-4C4B-5219-F5F6-249D3E59187D}"/>
              </a:ext>
            </a:extLst>
          </p:cNvPr>
          <p:cNvSpPr txBox="1"/>
          <p:nvPr/>
        </p:nvSpPr>
        <p:spPr>
          <a:xfrm>
            <a:off x="597877" y="492315"/>
            <a:ext cx="1415561" cy="369332"/>
          </a:xfrm>
          <a:prstGeom prst="rect">
            <a:avLst/>
          </a:prstGeom>
          <a:noFill/>
        </p:spPr>
        <p:txBody>
          <a:bodyPr wrap="square" rtlCol="0">
            <a:spAutoFit/>
          </a:bodyPr>
          <a:lstStyle/>
          <a:p>
            <a:r>
              <a:rPr lang="en-FR" b="1" u="sng" dirty="0"/>
              <a:t>Itération 1 :</a:t>
            </a:r>
          </a:p>
        </p:txBody>
      </p:sp>
      <p:sp>
        <p:nvSpPr>
          <p:cNvPr id="7" name="TextBox 6">
            <a:extLst>
              <a:ext uri="{FF2B5EF4-FFF2-40B4-BE49-F238E27FC236}">
                <a16:creationId xmlns:a16="http://schemas.microsoft.com/office/drawing/2014/main" id="{9756C8E2-3849-2395-C934-C6B0D50ADAFE}"/>
              </a:ext>
            </a:extLst>
          </p:cNvPr>
          <p:cNvSpPr txBox="1"/>
          <p:nvPr/>
        </p:nvSpPr>
        <p:spPr>
          <a:xfrm>
            <a:off x="597877" y="2130615"/>
            <a:ext cx="1415561" cy="369332"/>
          </a:xfrm>
          <a:prstGeom prst="rect">
            <a:avLst/>
          </a:prstGeom>
          <a:noFill/>
        </p:spPr>
        <p:txBody>
          <a:bodyPr wrap="square" rtlCol="0">
            <a:spAutoFit/>
          </a:bodyPr>
          <a:lstStyle/>
          <a:p>
            <a:r>
              <a:rPr lang="en-FR" b="1" u="sng" dirty="0"/>
              <a:t>Itération 2 :</a:t>
            </a:r>
          </a:p>
        </p:txBody>
      </p:sp>
      <p:sp>
        <p:nvSpPr>
          <p:cNvPr id="8" name="TextBox 7">
            <a:extLst>
              <a:ext uri="{FF2B5EF4-FFF2-40B4-BE49-F238E27FC236}">
                <a16:creationId xmlns:a16="http://schemas.microsoft.com/office/drawing/2014/main" id="{61F66C9A-2214-A0D8-2B17-266D5C57CA60}"/>
              </a:ext>
            </a:extLst>
          </p:cNvPr>
          <p:cNvSpPr txBox="1"/>
          <p:nvPr/>
        </p:nvSpPr>
        <p:spPr>
          <a:xfrm>
            <a:off x="597877" y="1784977"/>
            <a:ext cx="10049607" cy="369332"/>
          </a:xfrm>
          <a:prstGeom prst="rect">
            <a:avLst/>
          </a:prstGeom>
          <a:noFill/>
        </p:spPr>
        <p:txBody>
          <a:bodyPr wrap="square" rtlCol="0">
            <a:spAutoFit/>
          </a:bodyPr>
          <a:lstStyle/>
          <a:p>
            <a:r>
              <a:rPr lang="en-GB" dirty="0"/>
              <a:t>On retrain </a:t>
            </a:r>
            <a:r>
              <a:rPr lang="en-GB" dirty="0" err="1"/>
              <a:t>chaque</a:t>
            </a:r>
            <a:r>
              <a:rPr lang="en-GB" dirty="0"/>
              <a:t> </a:t>
            </a:r>
            <a:r>
              <a:rPr lang="en-GB" dirty="0" err="1"/>
              <a:t>partie</a:t>
            </a:r>
            <a:r>
              <a:rPr lang="en-GB" dirty="0"/>
              <a:t> du </a:t>
            </a:r>
            <a:r>
              <a:rPr lang="en-GB" dirty="0" err="1"/>
              <a:t>modèle</a:t>
            </a:r>
            <a:endParaRPr lang="en-FR" dirty="0"/>
          </a:p>
        </p:txBody>
      </p:sp>
      <p:sp>
        <p:nvSpPr>
          <p:cNvPr id="9" name="TextBox 8">
            <a:extLst>
              <a:ext uri="{FF2B5EF4-FFF2-40B4-BE49-F238E27FC236}">
                <a16:creationId xmlns:a16="http://schemas.microsoft.com/office/drawing/2014/main" id="{FDB414C6-288F-D1A8-5033-6BBF86066485}"/>
              </a:ext>
            </a:extLst>
          </p:cNvPr>
          <p:cNvSpPr txBox="1"/>
          <p:nvPr/>
        </p:nvSpPr>
        <p:spPr>
          <a:xfrm>
            <a:off x="597876" y="2546813"/>
            <a:ext cx="10049607" cy="369332"/>
          </a:xfrm>
          <a:prstGeom prst="rect">
            <a:avLst/>
          </a:prstGeom>
          <a:noFill/>
        </p:spPr>
        <p:txBody>
          <a:bodyPr wrap="square" rtlCol="0">
            <a:spAutoFit/>
          </a:bodyPr>
          <a:lstStyle/>
          <a:p>
            <a:r>
              <a:rPr lang="en-GB" dirty="0"/>
              <a:t>Pour </a:t>
            </a:r>
            <a:r>
              <a:rPr lang="en-GB" dirty="0" err="1"/>
              <a:t>chaque</a:t>
            </a:r>
            <a:r>
              <a:rPr lang="en-GB" dirty="0"/>
              <a:t> sample </a:t>
            </a:r>
            <a:r>
              <a:rPr lang="en-GB" dirty="0" err="1"/>
              <a:t>chaque</a:t>
            </a:r>
            <a:r>
              <a:rPr lang="en-GB" dirty="0"/>
              <a:t> </a:t>
            </a:r>
            <a:r>
              <a:rPr lang="en-GB" dirty="0" err="1"/>
              <a:t>partie</a:t>
            </a:r>
            <a:r>
              <a:rPr lang="en-GB" dirty="0"/>
              <a:t> du </a:t>
            </a:r>
            <a:r>
              <a:rPr lang="en-GB" dirty="0" err="1"/>
              <a:t>modèle</a:t>
            </a:r>
            <a:r>
              <a:rPr lang="en-GB" dirty="0"/>
              <a:t> </a:t>
            </a:r>
            <a:r>
              <a:rPr lang="en-GB" dirty="0" err="1"/>
              <a:t>renvoie</a:t>
            </a:r>
            <a:r>
              <a:rPr lang="en-GB" dirty="0"/>
              <a:t> des </a:t>
            </a:r>
            <a:r>
              <a:rPr lang="en-GB" dirty="0" err="1"/>
              <a:t>probas</a:t>
            </a:r>
            <a:r>
              <a:rPr lang="en-GB" dirty="0"/>
              <a:t> </a:t>
            </a:r>
            <a:endParaRPr lang="en-FR" dirty="0"/>
          </a:p>
        </p:txBody>
      </p:sp>
      <p:graphicFrame>
        <p:nvGraphicFramePr>
          <p:cNvPr id="12" name="Table 11">
            <a:extLst>
              <a:ext uri="{FF2B5EF4-FFF2-40B4-BE49-F238E27FC236}">
                <a16:creationId xmlns:a16="http://schemas.microsoft.com/office/drawing/2014/main" id="{A40B30F8-F3F0-1A6F-5862-D42A8B9A9A94}"/>
              </a:ext>
            </a:extLst>
          </p:cNvPr>
          <p:cNvGraphicFramePr>
            <a:graphicFrameLocks noGrp="1"/>
          </p:cNvGraphicFramePr>
          <p:nvPr>
            <p:extLst>
              <p:ext uri="{D42A27DB-BD31-4B8C-83A1-F6EECF244321}">
                <p14:modId xmlns:p14="http://schemas.microsoft.com/office/powerpoint/2010/main" val="877913361"/>
              </p:ext>
            </p:extLst>
          </p:nvPr>
        </p:nvGraphicFramePr>
        <p:xfrm>
          <a:off x="2591777" y="3012779"/>
          <a:ext cx="6604000" cy="115443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891314257"/>
                    </a:ext>
                  </a:extLst>
                </a:gridCol>
                <a:gridCol w="825500">
                  <a:extLst>
                    <a:ext uri="{9D8B030D-6E8A-4147-A177-3AD203B41FA5}">
                      <a16:colId xmlns:a16="http://schemas.microsoft.com/office/drawing/2014/main" val="225947330"/>
                    </a:ext>
                  </a:extLst>
                </a:gridCol>
                <a:gridCol w="825500">
                  <a:extLst>
                    <a:ext uri="{9D8B030D-6E8A-4147-A177-3AD203B41FA5}">
                      <a16:colId xmlns:a16="http://schemas.microsoft.com/office/drawing/2014/main" val="3767971852"/>
                    </a:ext>
                  </a:extLst>
                </a:gridCol>
                <a:gridCol w="825500">
                  <a:extLst>
                    <a:ext uri="{9D8B030D-6E8A-4147-A177-3AD203B41FA5}">
                      <a16:colId xmlns:a16="http://schemas.microsoft.com/office/drawing/2014/main" val="249461697"/>
                    </a:ext>
                  </a:extLst>
                </a:gridCol>
                <a:gridCol w="825500">
                  <a:extLst>
                    <a:ext uri="{9D8B030D-6E8A-4147-A177-3AD203B41FA5}">
                      <a16:colId xmlns:a16="http://schemas.microsoft.com/office/drawing/2014/main" val="263220233"/>
                    </a:ext>
                  </a:extLst>
                </a:gridCol>
                <a:gridCol w="825500">
                  <a:extLst>
                    <a:ext uri="{9D8B030D-6E8A-4147-A177-3AD203B41FA5}">
                      <a16:colId xmlns:a16="http://schemas.microsoft.com/office/drawing/2014/main" val="951401889"/>
                    </a:ext>
                  </a:extLst>
                </a:gridCol>
                <a:gridCol w="825500">
                  <a:extLst>
                    <a:ext uri="{9D8B030D-6E8A-4147-A177-3AD203B41FA5}">
                      <a16:colId xmlns:a16="http://schemas.microsoft.com/office/drawing/2014/main" val="1602186888"/>
                    </a:ext>
                  </a:extLst>
                </a:gridCol>
                <a:gridCol w="825500">
                  <a:extLst>
                    <a:ext uri="{9D8B030D-6E8A-4147-A177-3AD203B41FA5}">
                      <a16:colId xmlns:a16="http://schemas.microsoft.com/office/drawing/2014/main" val="3812837073"/>
                    </a:ext>
                  </a:extLst>
                </a:gridCol>
              </a:tblGrid>
              <a:tr h="154846">
                <a:tc>
                  <a:txBody>
                    <a:bodyPr/>
                    <a:lstStyle/>
                    <a:p>
                      <a:pPr algn="ctr" fontAlgn="ctr"/>
                      <a:r>
                        <a:rPr lang="en-GB" sz="1200" u="none" strike="noStrike">
                          <a:effectLst/>
                        </a:rPr>
                        <a:t>Sample</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P random</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P LC </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dirty="0">
                          <a:effectLst/>
                        </a:rPr>
                        <a:t>P margin</a:t>
                      </a:r>
                      <a:endParaRPr lang="en-GB"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P entropy</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QS retenu</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Moy</a:t>
                      </a:r>
                      <a:endParaRPr lang="en-GB" sz="12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r>
                        <a:rPr lang="en-GB" sz="1200" u="none" strike="noStrike">
                          <a:effectLst/>
                        </a:rPr>
                        <a:t>Var</a:t>
                      </a:r>
                      <a:endParaRPr lang="en-GB" sz="1200" b="1"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928142241"/>
                  </a:ext>
                </a:extLst>
              </a:tr>
              <a:tr h="154846">
                <a:tc>
                  <a:txBody>
                    <a:bodyPr/>
                    <a:lstStyle/>
                    <a:p>
                      <a:pPr algn="r" fontAlgn="b"/>
                      <a:r>
                        <a:rPr lang="en-FR" sz="1200" u="none" strike="noStrike" dirty="0">
                          <a:effectLst/>
                        </a:rPr>
                        <a:t>614</a:t>
                      </a:r>
                      <a:endParaRPr lang="en-FR"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0,80</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0,92</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0,90</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0,85</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200" u="none" strike="noStrike">
                          <a:effectLst/>
                        </a:rPr>
                        <a:t>P LC </a:t>
                      </a:r>
                      <a:endParaRPr lang="en-GB"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0,865</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dirty="0">
                          <a:effectLst/>
                        </a:rPr>
                        <a:t>0,003</a:t>
                      </a:r>
                      <a:endParaRPr lang="en-FR"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6176330"/>
                  </a:ext>
                </a:extLst>
              </a:tr>
              <a:tr h="154846">
                <a:tc>
                  <a:txBody>
                    <a:bodyPr/>
                    <a:lstStyle/>
                    <a:p>
                      <a:pPr algn="r" fontAlgn="b"/>
                      <a:r>
                        <a:rPr lang="en-FR" sz="1200" u="none" strike="noStrike">
                          <a:effectLst/>
                        </a:rPr>
                        <a:t>615</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0,91</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0,92</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200" u="none" strike="noStrike">
                          <a:effectLst/>
                        </a:rPr>
                        <a:t>P entropy</a:t>
                      </a:r>
                      <a:endParaRPr lang="en-GB"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0,907</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0,000</a:t>
                      </a:r>
                      <a:endParaRPr lang="en-FR"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66168715"/>
                  </a:ext>
                </a:extLst>
              </a:tr>
              <a:tr h="154846">
                <a:tc>
                  <a:txBody>
                    <a:bodyPr/>
                    <a:lstStyle/>
                    <a:p>
                      <a:pPr algn="r" fontAlgn="b"/>
                      <a:r>
                        <a:rPr lang="en-FR" sz="1200" u="none" strike="noStrike">
                          <a:effectLst/>
                        </a:rPr>
                        <a:t>616</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200" u="none" strike="noStrike">
                          <a:effectLst/>
                        </a:rPr>
                        <a:t>P random</a:t>
                      </a:r>
                      <a:endParaRPr lang="en-GB"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0,900</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0,000</a:t>
                      </a:r>
                      <a:endParaRPr lang="en-FR"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10318930"/>
                  </a:ext>
                </a:extLst>
              </a:tr>
              <a:tr h="154846">
                <a:tc>
                  <a:txBody>
                    <a:bodyPr/>
                    <a:lstStyle/>
                    <a:p>
                      <a:pPr algn="r" fontAlgn="b"/>
                      <a:r>
                        <a:rPr lang="en-FR" sz="1200" u="none" strike="noStrike">
                          <a:effectLst/>
                        </a:rPr>
                        <a:t>617</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0,7</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0,8</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0,99</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200" u="none" strike="noStrike">
                          <a:effectLst/>
                        </a:rPr>
                        <a:t>P entropy</a:t>
                      </a:r>
                      <a:endParaRPr lang="en-GB"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0,833</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0,016</a:t>
                      </a:r>
                      <a:endParaRPr lang="en-FR"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76532501"/>
                  </a:ext>
                </a:extLst>
              </a:tr>
              <a:tr h="154846">
                <a:tc>
                  <a:txBody>
                    <a:bodyPr/>
                    <a:lstStyle/>
                    <a:p>
                      <a:pPr algn="r" fontAlgn="b"/>
                      <a:r>
                        <a:rPr lang="en-FR" sz="1200" u="none" strike="noStrike">
                          <a:effectLst/>
                        </a:rPr>
                        <a:t>618</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0,3</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dirty="0">
                          <a:effectLst/>
                        </a:rPr>
                        <a:t>0,7</a:t>
                      </a:r>
                      <a:endParaRPr lang="en-FR"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dirty="0">
                          <a:effectLst/>
                        </a:rPr>
                        <a:t>0,9</a:t>
                      </a:r>
                      <a:endParaRPr lang="en-FR"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0,4</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GB" sz="1200" u="none" strike="noStrike" dirty="0">
                          <a:effectLst/>
                        </a:rPr>
                        <a:t>P margin</a:t>
                      </a:r>
                      <a:endParaRPr lang="en-GB"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a:effectLst/>
                        </a:rPr>
                        <a:t>0,47772512</a:t>
                      </a:r>
                      <a:endParaRPr lang="en-FR"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FR" sz="1200" u="none" strike="noStrike" dirty="0">
                          <a:effectLst/>
                        </a:rPr>
                        <a:t>0,07583333</a:t>
                      </a:r>
                      <a:endParaRPr lang="en-FR"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4477827"/>
                  </a:ext>
                </a:extLst>
              </a:tr>
            </a:tbl>
          </a:graphicData>
        </a:graphic>
      </p:graphicFrame>
      <p:sp>
        <p:nvSpPr>
          <p:cNvPr id="13" name="TextBox 12">
            <a:extLst>
              <a:ext uri="{FF2B5EF4-FFF2-40B4-BE49-F238E27FC236}">
                <a16:creationId xmlns:a16="http://schemas.microsoft.com/office/drawing/2014/main" id="{56B79F77-6BF9-1A59-63CF-286B87585CD8}"/>
              </a:ext>
            </a:extLst>
          </p:cNvPr>
          <p:cNvSpPr txBox="1"/>
          <p:nvPr/>
        </p:nvSpPr>
        <p:spPr>
          <a:xfrm>
            <a:off x="597875" y="4263843"/>
            <a:ext cx="10049607" cy="646331"/>
          </a:xfrm>
          <a:prstGeom prst="rect">
            <a:avLst/>
          </a:prstGeom>
          <a:noFill/>
        </p:spPr>
        <p:txBody>
          <a:bodyPr wrap="square" rtlCol="0">
            <a:spAutoFit/>
          </a:bodyPr>
          <a:lstStyle/>
          <a:p>
            <a:r>
              <a:rPr lang="en-GB" dirty="0"/>
              <a:t>On </a:t>
            </a:r>
            <a:r>
              <a:rPr lang="en-GB" dirty="0" err="1"/>
              <a:t>sélectionne</a:t>
            </a:r>
            <a:r>
              <a:rPr lang="en-GB" dirty="0"/>
              <a:t> les 25 review samples par QS avec P_QS et variance max (</a:t>
            </a:r>
            <a:r>
              <a:rPr lang="en-GB" dirty="0" err="1"/>
              <a:t>ou</a:t>
            </a:r>
            <a:r>
              <a:rPr lang="en-GB" dirty="0"/>
              <a:t> P_QS&gt; threshold?). Si review </a:t>
            </a:r>
            <a:r>
              <a:rPr lang="en-GB" dirty="0" err="1"/>
              <a:t>positif</a:t>
            </a:r>
            <a:r>
              <a:rPr lang="en-GB" dirty="0"/>
              <a:t> on </a:t>
            </a:r>
            <a:r>
              <a:rPr lang="en-GB" dirty="0" err="1"/>
              <a:t>donne</a:t>
            </a:r>
            <a:r>
              <a:rPr lang="en-GB" dirty="0"/>
              <a:t> </a:t>
            </a:r>
            <a:r>
              <a:rPr lang="en-GB" dirty="0" err="1"/>
              <a:t>une</a:t>
            </a:r>
            <a:r>
              <a:rPr lang="en-GB" dirty="0"/>
              <a:t> score de + Var. </a:t>
            </a:r>
            <a:r>
              <a:rPr lang="en-GB" dirty="0" err="1"/>
              <a:t>sinon</a:t>
            </a:r>
            <a:r>
              <a:rPr lang="en-GB" dirty="0"/>
              <a:t> – var ?   </a:t>
            </a:r>
            <a:endParaRPr lang="en-FR" dirty="0"/>
          </a:p>
        </p:txBody>
      </p:sp>
      <p:sp>
        <p:nvSpPr>
          <p:cNvPr id="14" name="TextBox 13">
            <a:extLst>
              <a:ext uri="{FF2B5EF4-FFF2-40B4-BE49-F238E27FC236}">
                <a16:creationId xmlns:a16="http://schemas.microsoft.com/office/drawing/2014/main" id="{8D2D72EF-2043-BA29-9032-CE2F4E3563F8}"/>
              </a:ext>
            </a:extLst>
          </p:cNvPr>
          <p:cNvSpPr txBox="1"/>
          <p:nvPr/>
        </p:nvSpPr>
        <p:spPr>
          <a:xfrm>
            <a:off x="597874" y="4920419"/>
            <a:ext cx="10049607" cy="369332"/>
          </a:xfrm>
          <a:prstGeom prst="rect">
            <a:avLst/>
          </a:prstGeom>
          <a:noFill/>
        </p:spPr>
        <p:txBody>
          <a:bodyPr wrap="square" rtlCol="0">
            <a:spAutoFit/>
          </a:bodyPr>
          <a:lstStyle/>
          <a:p>
            <a:r>
              <a:rPr lang="en-GB" dirty="0"/>
              <a:t>On retrain </a:t>
            </a:r>
            <a:r>
              <a:rPr lang="en-GB" dirty="0" err="1"/>
              <a:t>chaque</a:t>
            </a:r>
            <a:r>
              <a:rPr lang="en-GB" dirty="0"/>
              <a:t> </a:t>
            </a:r>
            <a:r>
              <a:rPr lang="en-GB" dirty="0" err="1"/>
              <a:t>partie</a:t>
            </a:r>
            <a:r>
              <a:rPr lang="en-GB" dirty="0"/>
              <a:t> du </a:t>
            </a:r>
            <a:r>
              <a:rPr lang="en-GB" dirty="0" err="1"/>
              <a:t>modèle</a:t>
            </a:r>
            <a:r>
              <a:rPr lang="en-GB" dirty="0"/>
              <a:t> avec </a:t>
            </a:r>
            <a:r>
              <a:rPr lang="en-GB" dirty="0" err="1"/>
              <a:t>seulement</a:t>
            </a:r>
            <a:r>
              <a:rPr lang="en-GB" dirty="0"/>
              <a:t> les 25 reviews </a:t>
            </a:r>
            <a:r>
              <a:rPr lang="en-GB" dirty="0" err="1"/>
              <a:t>correspondantes</a:t>
            </a:r>
            <a:r>
              <a:rPr lang="en-GB" dirty="0"/>
              <a:t>.</a:t>
            </a:r>
            <a:endParaRPr lang="en-FR" dirty="0"/>
          </a:p>
        </p:txBody>
      </p:sp>
      <p:sp>
        <p:nvSpPr>
          <p:cNvPr id="15" name="TextBox 14">
            <a:extLst>
              <a:ext uri="{FF2B5EF4-FFF2-40B4-BE49-F238E27FC236}">
                <a16:creationId xmlns:a16="http://schemas.microsoft.com/office/drawing/2014/main" id="{0EA0CA60-300A-E3D5-3249-E54D6F32035E}"/>
              </a:ext>
            </a:extLst>
          </p:cNvPr>
          <p:cNvSpPr txBox="1"/>
          <p:nvPr/>
        </p:nvSpPr>
        <p:spPr>
          <a:xfrm>
            <a:off x="597874" y="5403777"/>
            <a:ext cx="2523395" cy="369332"/>
          </a:xfrm>
          <a:prstGeom prst="rect">
            <a:avLst/>
          </a:prstGeom>
          <a:noFill/>
        </p:spPr>
        <p:txBody>
          <a:bodyPr wrap="square" rtlCol="0">
            <a:spAutoFit/>
          </a:bodyPr>
          <a:lstStyle/>
          <a:p>
            <a:r>
              <a:rPr lang="en-FR" b="1" u="sng" dirty="0"/>
              <a:t>Itération 3 : Itération 1</a:t>
            </a:r>
          </a:p>
        </p:txBody>
      </p:sp>
      <p:sp>
        <p:nvSpPr>
          <p:cNvPr id="16" name="TextBox 15">
            <a:extLst>
              <a:ext uri="{FF2B5EF4-FFF2-40B4-BE49-F238E27FC236}">
                <a16:creationId xmlns:a16="http://schemas.microsoft.com/office/drawing/2014/main" id="{B7CEBFCB-8F0F-A776-A718-4EF0A869A31E}"/>
              </a:ext>
            </a:extLst>
          </p:cNvPr>
          <p:cNvSpPr txBox="1"/>
          <p:nvPr/>
        </p:nvSpPr>
        <p:spPr>
          <a:xfrm>
            <a:off x="597874" y="5925315"/>
            <a:ext cx="2523395" cy="369332"/>
          </a:xfrm>
          <a:prstGeom prst="rect">
            <a:avLst/>
          </a:prstGeom>
          <a:noFill/>
        </p:spPr>
        <p:txBody>
          <a:bodyPr wrap="square" rtlCol="0">
            <a:spAutoFit/>
          </a:bodyPr>
          <a:lstStyle/>
          <a:p>
            <a:r>
              <a:rPr lang="en-FR" b="1" u="sng" dirty="0"/>
              <a:t>Itération 4 : Itération 2</a:t>
            </a:r>
          </a:p>
        </p:txBody>
      </p:sp>
    </p:spTree>
    <p:extLst>
      <p:ext uri="{BB962C8B-B14F-4D97-AF65-F5344CB8AC3E}">
        <p14:creationId xmlns:p14="http://schemas.microsoft.com/office/powerpoint/2010/main" val="7142429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16073</TotalTime>
  <Words>1405</Words>
  <Application>Microsoft Macintosh PowerPoint</Application>
  <PresentationFormat>Widescreen</PresentationFormat>
  <Paragraphs>366</Paragraphs>
  <Slides>31</Slides>
  <Notes>17</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-webkit-standard</vt:lpstr>
      <vt:lpstr>Aptos Narrow</vt:lpstr>
      <vt:lpstr>Arial</vt:lpstr>
      <vt:lpstr>Arvo</vt:lpstr>
      <vt:lpstr>Calibri</vt:lpstr>
      <vt:lpstr>Metropolis</vt:lpstr>
      <vt:lpstr>Metropolis Black</vt:lpstr>
      <vt:lpstr>Metropolis Extra Bold</vt:lpstr>
      <vt:lpstr>Thème Office</vt:lpstr>
      <vt:lpstr>PowerPoint Presentation</vt:lpstr>
      <vt:lpstr>PowerPoint Presentation</vt:lpstr>
      <vt:lpstr>PART I Why Active Learning ?</vt:lpstr>
      <vt:lpstr>Why AL ?</vt:lpstr>
      <vt:lpstr>Differences ML/AL</vt:lpstr>
      <vt:lpstr>PART II How does an AL model work ?</vt:lpstr>
      <vt:lpstr>How does an AL model work ?</vt:lpstr>
      <vt:lpstr>How does an AL model work ?</vt:lpstr>
      <vt:lpstr>PART III Basic Query Strategies</vt:lpstr>
      <vt:lpstr>Random</vt:lpstr>
      <vt:lpstr>Least_confident</vt:lpstr>
      <vt:lpstr>Margin</vt:lpstr>
      <vt:lpstr>Entropy</vt:lpstr>
      <vt:lpstr>PowerPoint Presentation</vt:lpstr>
      <vt:lpstr>PART IV Results on 3 datasets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Microsoft Office User</dc:creator>
  <cp:lastModifiedBy>Jimmy GUERTIN</cp:lastModifiedBy>
  <cp:revision>95</cp:revision>
  <cp:lastPrinted>2021-02-20T08:45:07Z</cp:lastPrinted>
  <dcterms:created xsi:type="dcterms:W3CDTF">2021-02-16T16:43:27Z</dcterms:created>
  <dcterms:modified xsi:type="dcterms:W3CDTF">2025-04-08T16:25:02Z</dcterms:modified>
</cp:coreProperties>
</file>